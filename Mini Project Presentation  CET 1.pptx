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changesInfos/changesInfo1.xml" ContentType="application/vnd.ms-powerpoint.changes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61" r:id="rId1"/>
  </p:sldMasterIdLst>
  <p:notesMasterIdLst>
    <p:notesMasterId r:id="rId15"/>
  </p:notesMasterIdLst>
  <p:handoutMasterIdLst>
    <p:handoutMasterId r:id="rId16"/>
  </p:handoutMasterIdLst>
  <p:sldIdLst>
    <p:sldId id="285" r:id="rId2"/>
    <p:sldId id="320" r:id="rId3"/>
    <p:sldId id="322" r:id="rId4"/>
    <p:sldId id="323" r:id="rId5"/>
    <p:sldId id="324" r:id="rId6"/>
    <p:sldId id="325" r:id="rId7"/>
    <p:sldId id="326" r:id="rId8"/>
    <p:sldId id="330" r:id="rId9"/>
    <p:sldId id="329" r:id="rId10"/>
    <p:sldId id="331" r:id="rId11"/>
    <p:sldId id="332" r:id="rId12"/>
    <p:sldId id="333" r:id="rId13"/>
    <p:sldId id="327" r:id="rId14"/>
  </p:sldIdLst>
  <p:sldSz cx="9144000" cy="6858000" type="screen4x3"/>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Default Section" id="{9F8969C1-12D7-4AB0-9940-EB7EBD69AB56}">
          <p14:sldIdLst>
            <p14:sldId id="285"/>
            <p14:sldId id="320"/>
            <p14:sldId id="322"/>
            <p14:sldId id="323"/>
            <p14:sldId id="324"/>
            <p14:sldId id="325"/>
            <p14:sldId id="326"/>
            <p14:sldId id="330"/>
            <p14:sldId id="329"/>
            <p14:sldId id="331"/>
            <p14:sldId id="332"/>
            <p14:sldId id="333"/>
            <p14:sldId id="327"/>
          </p14:sldIdLst>
        </p14:section>
        <p14:section name="Untitled Section" id="{F3FEF0FD-57DC-4587-8570-A609F0F46CEE}">
          <p14:sldIdLst/>
        </p14:section>
      </p14:sectionLst>
    </p:ex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useTimings="0">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E20000"/>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vertBarState="minimized" horzBarState="maximized">
    <p:restoredLeft sz="0" autoAdjust="0"/>
    <p:restoredTop sz="95256" autoAdjust="0"/>
  </p:normalViewPr>
  <p:slideViewPr>
    <p:cSldViewPr snapToGrid="0">
      <p:cViewPr varScale="1">
        <p:scale>
          <a:sx n="82" d="100"/>
          <a:sy n="82" d="100"/>
        </p:scale>
        <p:origin x="1987" y="72"/>
      </p:cViewPr>
      <p:guideLst>
        <p:guide orient="horz" pos="2160"/>
        <p:guide pos="2880"/>
      </p:guideLst>
    </p:cSldViewPr>
  </p:slideViewPr>
  <p:notesTextViewPr>
    <p:cViewPr>
      <p:scale>
        <a:sx n="1" d="1"/>
        <a:sy n="1" d="1"/>
      </p:scale>
      <p:origin x="0" y="0"/>
    </p:cViewPr>
  </p:notesTextViewPr>
  <p:sorterViewPr>
    <p:cViewPr>
      <p:scale>
        <a:sx n="100" d="100"/>
        <a:sy n="100" d="100"/>
      </p:scale>
      <p:origin x="0" y="0"/>
    </p:cViewPr>
  </p:sorter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viewProps" Target="viewProps.xml"/><Relationship Id="rId3" Type="http://schemas.openxmlformats.org/officeDocument/2006/relationships/slide" Target="slides/slide2.xml"/><Relationship Id="rId21" Type="http://schemas.microsoft.com/office/2016/11/relationships/changesInfo" Target="changesInfos/changesInfo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handoutMaster" Target="handoutMasters/handoutMaster1.xml"/><Relationship Id="rId20"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notesMaster" Target="notesMasters/notesMaster1.xml"/><Relationship Id="rId10" Type="http://schemas.openxmlformats.org/officeDocument/2006/relationships/slide" Target="slides/slide9.xml"/><Relationship Id="rId19"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dattajayshri@gmail.com" userId="033ff451c94eedde" providerId="LiveId" clId="{A948A714-8DDF-4523-82A0-009A7FC8F1AE}"/>
    <pc:docChg chg="undo custSel modSld">
      <pc:chgData name="dattajayshri@gmail.com" userId="033ff451c94eedde" providerId="LiveId" clId="{A948A714-8DDF-4523-82A0-009A7FC8F1AE}" dt="2026-02-24T16:55:20.119" v="46" actId="123"/>
      <pc:docMkLst>
        <pc:docMk/>
      </pc:docMkLst>
      <pc:sldChg chg="modSp mod">
        <pc:chgData name="dattajayshri@gmail.com" userId="033ff451c94eedde" providerId="LiveId" clId="{A948A714-8DDF-4523-82A0-009A7FC8F1AE}" dt="2026-02-24T16:46:18.974" v="0" actId="207"/>
        <pc:sldMkLst>
          <pc:docMk/>
          <pc:sldMk cId="3822380123" sldId="285"/>
        </pc:sldMkLst>
        <pc:spChg chg="mod">
          <ac:chgData name="dattajayshri@gmail.com" userId="033ff451c94eedde" providerId="LiveId" clId="{A948A714-8DDF-4523-82A0-009A7FC8F1AE}" dt="2026-02-24T16:46:18.974" v="0" actId="207"/>
          <ac:spMkLst>
            <pc:docMk/>
            <pc:sldMk cId="3822380123" sldId="285"/>
            <ac:spMk id="9" creationId="{00000000-0000-0000-0000-000000000000}"/>
          </ac:spMkLst>
        </pc:spChg>
      </pc:sldChg>
      <pc:sldChg chg="modSp mod">
        <pc:chgData name="dattajayshri@gmail.com" userId="033ff451c94eedde" providerId="LiveId" clId="{A948A714-8DDF-4523-82A0-009A7FC8F1AE}" dt="2026-02-24T16:47:52.655" v="12" actId="207"/>
        <pc:sldMkLst>
          <pc:docMk/>
          <pc:sldMk cId="0" sldId="320"/>
        </pc:sldMkLst>
        <pc:graphicFrameChg chg="modGraphic">
          <ac:chgData name="dattajayshri@gmail.com" userId="033ff451c94eedde" providerId="LiveId" clId="{A948A714-8DDF-4523-82A0-009A7FC8F1AE}" dt="2026-02-24T16:47:52.655" v="12" actId="207"/>
          <ac:graphicFrameMkLst>
            <pc:docMk/>
            <pc:sldMk cId="0" sldId="320"/>
            <ac:graphicFrameMk id="8" creationId="{00000000-0000-0000-0000-000000000000}"/>
          </ac:graphicFrameMkLst>
        </pc:graphicFrameChg>
      </pc:sldChg>
      <pc:sldChg chg="modSp mod">
        <pc:chgData name="dattajayshri@gmail.com" userId="033ff451c94eedde" providerId="LiveId" clId="{A948A714-8DDF-4523-82A0-009A7FC8F1AE}" dt="2026-02-24T16:48:03.861" v="14" actId="207"/>
        <pc:sldMkLst>
          <pc:docMk/>
          <pc:sldMk cId="2664312309" sldId="322"/>
        </pc:sldMkLst>
        <pc:spChg chg="mod">
          <ac:chgData name="dattajayshri@gmail.com" userId="033ff451c94eedde" providerId="LiveId" clId="{A948A714-8DDF-4523-82A0-009A7FC8F1AE}" dt="2026-02-24T16:47:58.529" v="13" actId="207"/>
          <ac:spMkLst>
            <pc:docMk/>
            <pc:sldMk cId="2664312309" sldId="322"/>
            <ac:spMk id="2" creationId="{64397EB4-09D9-6BC5-C99E-5B1246AF29D8}"/>
          </ac:spMkLst>
        </pc:spChg>
        <pc:spChg chg="mod">
          <ac:chgData name="dattajayshri@gmail.com" userId="033ff451c94eedde" providerId="LiveId" clId="{A948A714-8DDF-4523-82A0-009A7FC8F1AE}" dt="2026-02-24T16:48:03.861" v="14" actId="207"/>
          <ac:spMkLst>
            <pc:docMk/>
            <pc:sldMk cId="2664312309" sldId="322"/>
            <ac:spMk id="3" creationId="{D830B2FD-DAD5-0293-707D-6E5C1356AC0C}"/>
          </ac:spMkLst>
        </pc:spChg>
      </pc:sldChg>
      <pc:sldChg chg="modSp mod">
        <pc:chgData name="dattajayshri@gmail.com" userId="033ff451c94eedde" providerId="LiveId" clId="{A948A714-8DDF-4523-82A0-009A7FC8F1AE}" dt="2026-02-24T16:55:20.119" v="46" actId="123"/>
        <pc:sldMkLst>
          <pc:docMk/>
          <pc:sldMk cId="1752085495" sldId="323"/>
        </pc:sldMkLst>
        <pc:spChg chg="mod">
          <ac:chgData name="dattajayshri@gmail.com" userId="033ff451c94eedde" providerId="LiveId" clId="{A948A714-8DDF-4523-82A0-009A7FC8F1AE}" dt="2026-02-24T16:55:20.119" v="46" actId="123"/>
          <ac:spMkLst>
            <pc:docMk/>
            <pc:sldMk cId="1752085495" sldId="323"/>
            <ac:spMk id="2" creationId="{F9941ADE-5525-1C4B-D7B4-A2A62E098057}"/>
          </ac:spMkLst>
        </pc:spChg>
        <pc:spChg chg="mod">
          <ac:chgData name="dattajayshri@gmail.com" userId="033ff451c94eedde" providerId="LiveId" clId="{A948A714-8DDF-4523-82A0-009A7FC8F1AE}" dt="2026-02-24T16:48:11.823" v="15" actId="207"/>
          <ac:spMkLst>
            <pc:docMk/>
            <pc:sldMk cId="1752085495" sldId="323"/>
            <ac:spMk id="3" creationId="{35824777-082A-7563-52A3-55CCFCBB0A6E}"/>
          </ac:spMkLst>
        </pc:spChg>
      </pc:sldChg>
      <pc:sldChg chg="modSp mod">
        <pc:chgData name="dattajayshri@gmail.com" userId="033ff451c94eedde" providerId="LiveId" clId="{A948A714-8DDF-4523-82A0-009A7FC8F1AE}" dt="2026-02-24T16:55:03.759" v="45" actId="123"/>
        <pc:sldMkLst>
          <pc:docMk/>
          <pc:sldMk cId="2503883862" sldId="324"/>
        </pc:sldMkLst>
        <pc:spChg chg="mod">
          <ac:chgData name="dattajayshri@gmail.com" userId="033ff451c94eedde" providerId="LiveId" clId="{A948A714-8DDF-4523-82A0-009A7FC8F1AE}" dt="2026-02-24T16:55:03.759" v="45" actId="123"/>
          <ac:spMkLst>
            <pc:docMk/>
            <pc:sldMk cId="2503883862" sldId="324"/>
            <ac:spMk id="2" creationId="{BE5B7853-AE87-16B8-88C3-5A44290475FF}"/>
          </ac:spMkLst>
        </pc:spChg>
      </pc:sldChg>
      <pc:sldChg chg="modSp mod">
        <pc:chgData name="dattajayshri@gmail.com" userId="033ff451c94eedde" providerId="LiveId" clId="{A948A714-8DDF-4523-82A0-009A7FC8F1AE}" dt="2026-02-24T16:48:27.666" v="18" actId="207"/>
        <pc:sldMkLst>
          <pc:docMk/>
          <pc:sldMk cId="2196793442" sldId="325"/>
        </pc:sldMkLst>
        <pc:spChg chg="mod">
          <ac:chgData name="dattajayshri@gmail.com" userId="033ff451c94eedde" providerId="LiveId" clId="{A948A714-8DDF-4523-82A0-009A7FC8F1AE}" dt="2026-02-24T16:48:23.038" v="17" actId="207"/>
          <ac:spMkLst>
            <pc:docMk/>
            <pc:sldMk cId="2196793442" sldId="325"/>
            <ac:spMk id="2" creationId="{8B5555DB-FD4C-1F47-C802-8BE94A8DB038}"/>
          </ac:spMkLst>
        </pc:spChg>
        <pc:spChg chg="mod">
          <ac:chgData name="dattajayshri@gmail.com" userId="033ff451c94eedde" providerId="LiveId" clId="{A948A714-8DDF-4523-82A0-009A7FC8F1AE}" dt="2026-02-24T16:48:27.666" v="18" actId="207"/>
          <ac:spMkLst>
            <pc:docMk/>
            <pc:sldMk cId="2196793442" sldId="325"/>
            <ac:spMk id="3" creationId="{FA8BFDD4-6941-4C3E-32A3-F0194B789294}"/>
          </ac:spMkLst>
        </pc:spChg>
      </pc:sldChg>
      <pc:sldChg chg="modSp mod">
        <pc:chgData name="dattajayshri@gmail.com" userId="033ff451c94eedde" providerId="LiveId" clId="{A948A714-8DDF-4523-82A0-009A7FC8F1AE}" dt="2026-02-24T16:48:41.182" v="20" actId="207"/>
        <pc:sldMkLst>
          <pc:docMk/>
          <pc:sldMk cId="321960715" sldId="326"/>
        </pc:sldMkLst>
        <pc:spChg chg="mod">
          <ac:chgData name="dattajayshri@gmail.com" userId="033ff451c94eedde" providerId="LiveId" clId="{A948A714-8DDF-4523-82A0-009A7FC8F1AE}" dt="2026-02-24T16:48:41.182" v="20" actId="207"/>
          <ac:spMkLst>
            <pc:docMk/>
            <pc:sldMk cId="321960715" sldId="326"/>
            <ac:spMk id="2" creationId="{F86765AB-433D-D02F-3712-5FBCC576CB40}"/>
          </ac:spMkLst>
        </pc:spChg>
        <pc:spChg chg="mod">
          <ac:chgData name="dattajayshri@gmail.com" userId="033ff451c94eedde" providerId="LiveId" clId="{A948A714-8DDF-4523-82A0-009A7FC8F1AE}" dt="2026-02-24T16:48:33.971" v="19" actId="207"/>
          <ac:spMkLst>
            <pc:docMk/>
            <pc:sldMk cId="321960715" sldId="326"/>
            <ac:spMk id="3" creationId="{6DB09E1D-CFA5-5951-92D2-FEA7265CC20D}"/>
          </ac:spMkLst>
        </pc:spChg>
      </pc:sldChg>
      <pc:sldChg chg="modSp mod">
        <pc:chgData name="dattajayshri@gmail.com" userId="033ff451c94eedde" providerId="LiveId" clId="{A948A714-8DDF-4523-82A0-009A7FC8F1AE}" dt="2026-02-24T16:53:35.618" v="38" actId="123"/>
        <pc:sldMkLst>
          <pc:docMk/>
          <pc:sldMk cId="1224851549" sldId="327"/>
        </pc:sldMkLst>
        <pc:spChg chg="mod">
          <ac:chgData name="dattajayshri@gmail.com" userId="033ff451c94eedde" providerId="LiveId" clId="{A948A714-8DDF-4523-82A0-009A7FC8F1AE}" dt="2026-02-24T16:53:35.618" v="38" actId="123"/>
          <ac:spMkLst>
            <pc:docMk/>
            <pc:sldMk cId="1224851549" sldId="327"/>
            <ac:spMk id="2" creationId="{95BE5CF8-8EBF-90F8-4654-82F301C50D51}"/>
          </ac:spMkLst>
        </pc:spChg>
        <pc:spChg chg="mod">
          <ac:chgData name="dattajayshri@gmail.com" userId="033ff451c94eedde" providerId="LiveId" clId="{A948A714-8DDF-4523-82A0-009A7FC8F1AE}" dt="2026-02-24T16:49:51.854" v="27" actId="207"/>
          <ac:spMkLst>
            <pc:docMk/>
            <pc:sldMk cId="1224851549" sldId="327"/>
            <ac:spMk id="3" creationId="{2A1CCDBE-52C3-047B-EAA0-1BD52F8FBEBC}"/>
          </ac:spMkLst>
        </pc:spChg>
      </pc:sldChg>
      <pc:sldChg chg="modSp mod">
        <pc:chgData name="dattajayshri@gmail.com" userId="033ff451c94eedde" providerId="LiveId" clId="{A948A714-8DDF-4523-82A0-009A7FC8F1AE}" dt="2026-02-24T16:49:13.401" v="23" actId="207"/>
        <pc:sldMkLst>
          <pc:docMk/>
          <pc:sldMk cId="2025023298" sldId="329"/>
        </pc:sldMkLst>
        <pc:spChg chg="mod">
          <ac:chgData name="dattajayshri@gmail.com" userId="033ff451c94eedde" providerId="LiveId" clId="{A948A714-8DDF-4523-82A0-009A7FC8F1AE}" dt="2026-02-24T16:49:08.396" v="22" actId="207"/>
          <ac:spMkLst>
            <pc:docMk/>
            <pc:sldMk cId="2025023298" sldId="329"/>
            <ac:spMk id="2" creationId="{386CBA7A-59BD-0708-6FD5-58E21C78F86D}"/>
          </ac:spMkLst>
        </pc:spChg>
        <pc:spChg chg="mod">
          <ac:chgData name="dattajayshri@gmail.com" userId="033ff451c94eedde" providerId="LiveId" clId="{A948A714-8DDF-4523-82A0-009A7FC8F1AE}" dt="2026-02-24T16:49:13.401" v="23" actId="207"/>
          <ac:spMkLst>
            <pc:docMk/>
            <pc:sldMk cId="2025023298" sldId="329"/>
            <ac:spMk id="3" creationId="{4643C1CF-1C87-375E-3112-A205E9F04A12}"/>
          </ac:spMkLst>
        </pc:spChg>
      </pc:sldChg>
      <pc:sldChg chg="modSp mod">
        <pc:chgData name="dattajayshri@gmail.com" userId="033ff451c94eedde" providerId="LiveId" clId="{A948A714-8DDF-4523-82A0-009A7FC8F1AE}" dt="2026-02-24T16:48:56.687" v="21" actId="207"/>
        <pc:sldMkLst>
          <pc:docMk/>
          <pc:sldMk cId="1801273714" sldId="330"/>
        </pc:sldMkLst>
        <pc:spChg chg="mod">
          <ac:chgData name="dattajayshri@gmail.com" userId="033ff451c94eedde" providerId="LiveId" clId="{A948A714-8DDF-4523-82A0-009A7FC8F1AE}" dt="2026-02-24T16:48:56.687" v="21" actId="207"/>
          <ac:spMkLst>
            <pc:docMk/>
            <pc:sldMk cId="1801273714" sldId="330"/>
            <ac:spMk id="2" creationId="{911FE3F4-6339-D351-BE80-D50620B9F90C}"/>
          </ac:spMkLst>
        </pc:spChg>
      </pc:sldChg>
      <pc:sldChg chg="modSp mod">
        <pc:chgData name="dattajayshri@gmail.com" userId="033ff451c94eedde" providerId="LiveId" clId="{A948A714-8DDF-4523-82A0-009A7FC8F1AE}" dt="2026-02-24T16:49:40.820" v="26" actId="207"/>
        <pc:sldMkLst>
          <pc:docMk/>
          <pc:sldMk cId="1419185277" sldId="331"/>
        </pc:sldMkLst>
        <pc:spChg chg="mod">
          <ac:chgData name="dattajayshri@gmail.com" userId="033ff451c94eedde" providerId="LiveId" clId="{A948A714-8DDF-4523-82A0-009A7FC8F1AE}" dt="2026-02-24T16:49:40.820" v="26" actId="207"/>
          <ac:spMkLst>
            <pc:docMk/>
            <pc:sldMk cId="1419185277" sldId="331"/>
            <ac:spMk id="2" creationId="{59475FBB-A44B-2EAB-2ED4-0EA943A8C610}"/>
          </ac:spMkLst>
        </pc:spChg>
        <pc:spChg chg="mod">
          <ac:chgData name="dattajayshri@gmail.com" userId="033ff451c94eedde" providerId="LiveId" clId="{A948A714-8DDF-4523-82A0-009A7FC8F1AE}" dt="2026-02-24T16:49:36.471" v="25" actId="207"/>
          <ac:spMkLst>
            <pc:docMk/>
            <pc:sldMk cId="1419185277" sldId="331"/>
            <ac:spMk id="3" creationId="{A13E0D2E-4BF3-B126-7085-155BF00C2078}"/>
          </ac:spMkLst>
        </pc:spChg>
      </pc:sldChg>
      <pc:sldChg chg="modSp mod">
        <pc:chgData name="dattajayshri@gmail.com" userId="033ff451c94eedde" providerId="LiveId" clId="{A948A714-8DDF-4523-82A0-009A7FC8F1AE}" dt="2026-02-24T16:54:31.405" v="44" actId="20577"/>
        <pc:sldMkLst>
          <pc:docMk/>
          <pc:sldMk cId="3923996172" sldId="333"/>
        </pc:sldMkLst>
        <pc:spChg chg="mod">
          <ac:chgData name="dattajayshri@gmail.com" userId="033ff451c94eedde" providerId="LiveId" clId="{A948A714-8DDF-4523-82A0-009A7FC8F1AE}" dt="2026-02-24T16:54:31.405" v="44" actId="20577"/>
          <ac:spMkLst>
            <pc:docMk/>
            <pc:sldMk cId="3923996172" sldId="333"/>
            <ac:spMk id="2" creationId="{A695FE95-0EDF-E289-2993-E674855D3A27}"/>
          </ac:spMkLst>
        </pc:spChg>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r>
              <a:rPr lang="en-US"/>
              <a:t>30/8/2019</a:t>
            </a:r>
          </a:p>
        </p:txBody>
      </p:sp>
      <p:sp>
        <p:nvSpPr>
          <p:cNvPr id="4" name="Footer Placeholder 3"/>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B39B7ED3-1D48-4FDE-AD67-DBFD27F00B43}" type="slidenum">
              <a:rPr lang="en-US" smtClean="0"/>
              <a:pPr/>
              <a:t>‹#›</a:t>
            </a:fld>
            <a:endParaRPr lang="en-US"/>
          </a:p>
        </p:txBody>
      </p:sp>
    </p:spTree>
    <p:extLst>
      <p:ext uri="{BB962C8B-B14F-4D97-AF65-F5344CB8AC3E}">
        <p14:creationId xmlns:p14="http://schemas.microsoft.com/office/powerpoint/2010/main" val="799195396"/>
      </p:ext>
    </p:extLst>
  </p:cSld>
  <p:clrMap bg1="lt1" tx1="dk1" bg2="lt2" tx2="dk2" accent1="accent1" accent2="accent2" accent3="accent3" accent4="accent4" accent5="accent5" accent6="accent6" hlink="hlink" folHlink="folHlink"/>
  <p:hf hdr="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r>
              <a:rPr lang="en-US"/>
              <a:t>30/8/2019</a:t>
            </a:r>
          </a:p>
        </p:txBody>
      </p:sp>
      <p:sp>
        <p:nvSpPr>
          <p:cNvPr id="4" name="Slide Image Placeholder 3"/>
          <p:cNvSpPr>
            <a:spLocks noGrp="1" noRot="1" noChangeAspect="1"/>
          </p:cNvSpPr>
          <p:nvPr>
            <p:ph type="sldImg" idx="2"/>
          </p:nvPr>
        </p:nvSpPr>
        <p:spPr>
          <a:xfrm>
            <a:off x="1371600" y="1143000"/>
            <a:ext cx="41148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F9B5F033-B048-4B18-86AB-3A20A7891B0B}" type="slidenum">
              <a:rPr lang="en-US" smtClean="0"/>
              <a:pPr/>
              <a:t>‹#›</a:t>
            </a:fld>
            <a:endParaRPr lang="en-US"/>
          </a:p>
        </p:txBody>
      </p:sp>
    </p:spTree>
    <p:extLst>
      <p:ext uri="{BB962C8B-B14F-4D97-AF65-F5344CB8AC3E}">
        <p14:creationId xmlns:p14="http://schemas.microsoft.com/office/powerpoint/2010/main" val="3079744772"/>
      </p:ext>
    </p:extLst>
  </p:cSld>
  <p:clrMap bg1="lt1" tx1="dk1" bg2="lt2" tx2="dk2" accent1="accent1" accent2="accent2" accent3="accent3" accent4="accent4" accent5="accent5" accent6="accent6" hlink="hlink" folHlink="folHlink"/>
  <p:hf hdr="0"/>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Date Placeholder 3"/>
          <p:cNvSpPr>
            <a:spLocks noGrp="1"/>
          </p:cNvSpPr>
          <p:nvPr>
            <p:ph type="dt" idx="10"/>
          </p:nvPr>
        </p:nvSpPr>
        <p:spPr/>
        <p:txBody>
          <a:bodyPr/>
          <a:lstStyle/>
          <a:p>
            <a:r>
              <a:rPr lang="en-US"/>
              <a:t>30/8/2019</a:t>
            </a:r>
          </a:p>
        </p:txBody>
      </p:sp>
      <p:sp>
        <p:nvSpPr>
          <p:cNvPr id="5" name="Slide Number Placeholder 4"/>
          <p:cNvSpPr>
            <a:spLocks noGrp="1"/>
          </p:cNvSpPr>
          <p:nvPr>
            <p:ph type="sldNum" sz="quarter" idx="11"/>
          </p:nvPr>
        </p:nvSpPr>
        <p:spPr/>
        <p:txBody>
          <a:bodyPr/>
          <a:lstStyle/>
          <a:p>
            <a:fld id="{F9B5F033-B048-4B18-86AB-3A20A7891B0B}" type="slidenum">
              <a:rPr lang="en-US" smtClean="0"/>
              <a:pPr/>
              <a:t>1</a:t>
            </a:fld>
            <a:endParaRPr lang="en-US"/>
          </a:p>
        </p:txBody>
      </p:sp>
      <p:sp>
        <p:nvSpPr>
          <p:cNvPr id="6" name="Footer Placeholder 5"/>
          <p:cNvSpPr>
            <a:spLocks noGrp="1"/>
          </p:cNvSpPr>
          <p:nvPr>
            <p:ph type="ftr" sz="quarter" idx="12"/>
          </p:nvPr>
        </p:nvSpPr>
        <p:spPr/>
        <p:txBody>
          <a:bodyPr/>
          <a:lstStyle/>
          <a:p>
            <a:endParaRPr lang="en-US"/>
          </a:p>
        </p:txBody>
      </p:sp>
    </p:spTree>
    <p:extLst>
      <p:ext uri="{BB962C8B-B14F-4D97-AF65-F5344CB8AC3E}">
        <p14:creationId xmlns:p14="http://schemas.microsoft.com/office/powerpoint/2010/main" val="815773178"/>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122363"/>
            <a:ext cx="7772400" cy="2387600"/>
          </a:xfrm>
        </p:spPr>
        <p:txBody>
          <a:bodyPr anchor="b"/>
          <a:lstStyle>
            <a:lvl1pPr algn="ctr">
              <a:defRPr sz="6000"/>
            </a:lvl1pPr>
          </a:lstStyle>
          <a:p>
            <a:r>
              <a:rPr lang="en-US"/>
              <a:t>Click to edit Master title style</a:t>
            </a:r>
            <a:endParaRPr lang="en-US" dirty="0"/>
          </a:p>
        </p:txBody>
      </p:sp>
      <p:sp>
        <p:nvSpPr>
          <p:cNvPr id="3" name="Subtitle 2"/>
          <p:cNvSpPr>
            <a:spLocks noGrp="1"/>
          </p:cNvSpPr>
          <p:nvPr>
            <p:ph type="subTitle" idx="1"/>
          </p:nvPr>
        </p:nvSpPr>
        <p:spPr>
          <a:xfrm>
            <a:off x="1143000" y="3602038"/>
            <a:ext cx="6858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4" name="Date Placeholder 3"/>
          <p:cNvSpPr>
            <a:spLocks noGrp="1"/>
          </p:cNvSpPr>
          <p:nvPr>
            <p:ph type="dt" sz="half" idx="10"/>
          </p:nvPr>
        </p:nvSpPr>
        <p:spPr>
          <a:xfrm>
            <a:off x="628650" y="6381751"/>
            <a:ext cx="2057400" cy="365125"/>
          </a:xfrm>
          <a:prstGeom prst="rect">
            <a:avLst/>
          </a:prstGeom>
        </p:spPr>
        <p:txBody>
          <a:bodyPr/>
          <a:lstStyle/>
          <a:p>
            <a:r>
              <a:rPr lang="en-US"/>
              <a:t>8/14/2020</a:t>
            </a:r>
            <a:endParaRPr lang="en-US" dirty="0"/>
          </a:p>
        </p:txBody>
      </p:sp>
      <p:sp>
        <p:nvSpPr>
          <p:cNvPr id="5" name="Footer Placeholder 4"/>
          <p:cNvSpPr>
            <a:spLocks noGrp="1"/>
          </p:cNvSpPr>
          <p:nvPr>
            <p:ph type="ftr" sz="quarter" idx="11"/>
          </p:nvPr>
        </p:nvSpPr>
        <p:spPr/>
        <p:txBody>
          <a:bodyPr/>
          <a:lstStyle/>
          <a:p>
            <a:r>
              <a:rPr lang="en-US"/>
              <a:t>Academic Year 2020-21 , Semester-2</a:t>
            </a:r>
            <a:endParaRPr lang="en-US" dirty="0"/>
          </a:p>
        </p:txBody>
      </p:sp>
      <p:sp>
        <p:nvSpPr>
          <p:cNvPr id="6" name="Slide Number Placeholder 5"/>
          <p:cNvSpPr>
            <a:spLocks noGrp="1"/>
          </p:cNvSpPr>
          <p:nvPr>
            <p:ph type="sldNum" sz="quarter" idx="12"/>
          </p:nvPr>
        </p:nvSpPr>
        <p:spPr>
          <a:xfrm>
            <a:off x="6457950" y="6381751"/>
            <a:ext cx="2057400" cy="365125"/>
          </a:xfrm>
          <a:prstGeom prst="rect">
            <a:avLst/>
          </a:prstGeom>
        </p:spPr>
        <p:txBody>
          <a:bodyPr/>
          <a:lstStyle/>
          <a:p>
            <a:r>
              <a:rPr lang="en-US"/>
              <a:t>1</a:t>
            </a:r>
            <a:endParaRPr lang="en-US" dirty="0"/>
          </a:p>
        </p:txBody>
      </p:sp>
    </p:spTree>
    <p:extLst>
      <p:ext uri="{BB962C8B-B14F-4D97-AF65-F5344CB8AC3E}">
        <p14:creationId xmlns:p14="http://schemas.microsoft.com/office/powerpoint/2010/main" val="396548632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marL="228600" indent="-228600">
              <a:buFont typeface="Wingdings" panose="05000000000000000000" pitchFamily="2" charset="2"/>
              <a:buChar char="v"/>
              <a:defRPr sz="1800">
                <a:latin typeface="Times New Roman" panose="02020603050405020304" pitchFamily="18" charset="0"/>
                <a:cs typeface="Times New Roman" panose="02020603050405020304" pitchFamily="18" charset="0"/>
              </a:defRPr>
            </a:lvl1pPr>
            <a:lvl2pPr marL="685800" indent="-228600">
              <a:buFont typeface="Wingdings" panose="05000000000000000000" pitchFamily="2" charset="2"/>
              <a:buChar char="§"/>
              <a:defRPr sz="2000">
                <a:latin typeface="Times New Roman" panose="02020603050405020304" pitchFamily="18" charset="0"/>
                <a:cs typeface="Times New Roman" panose="02020603050405020304" pitchFamily="18" charset="0"/>
              </a:defRPr>
            </a:lvl2pPr>
            <a:lvl3pPr marL="1143000" indent="-228600">
              <a:buFont typeface="Wingdings" panose="05000000000000000000" pitchFamily="2" charset="2"/>
              <a:buChar char="v"/>
              <a:defRPr sz="1800">
                <a:latin typeface="Times New Roman" panose="02020603050405020304" pitchFamily="18" charset="0"/>
                <a:cs typeface="Times New Roman" panose="02020603050405020304" pitchFamily="18" charset="0"/>
              </a:defRPr>
            </a:lvl3pPr>
            <a:lvl4pPr marL="1600200" indent="-228600">
              <a:buFont typeface="Wingdings" panose="05000000000000000000" pitchFamily="2" charset="2"/>
              <a:buChar char="v"/>
              <a:defRPr>
                <a:latin typeface="Times New Roman" panose="02020603050405020304" pitchFamily="18" charset="0"/>
                <a:cs typeface="Times New Roman" panose="02020603050405020304" pitchFamily="18" charset="0"/>
              </a:defRPr>
            </a:lvl4pPr>
            <a:lvl5pPr marL="2057400" indent="-228600">
              <a:buFont typeface="Wingdings" panose="05000000000000000000" pitchFamily="2" charset="2"/>
              <a:buChar char="v"/>
              <a:defRPr>
                <a:latin typeface="Times New Roman" panose="02020603050405020304" pitchFamily="18" charset="0"/>
                <a:cs typeface="Times New Roman" panose="02020603050405020304" pitchFamily="18" charset="0"/>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Title 6"/>
          <p:cNvSpPr>
            <a:spLocks noGrp="1"/>
          </p:cNvSpPr>
          <p:nvPr>
            <p:ph type="title"/>
          </p:nvPr>
        </p:nvSpPr>
        <p:spPr/>
        <p:txBody>
          <a:bodyPr>
            <a:normAutofit/>
            <a:scene3d>
              <a:camera prst="orthographicFront"/>
              <a:lightRig rig="harsh" dir="t"/>
            </a:scene3d>
            <a:sp3d extrusionH="57150" prstMaterial="matte">
              <a:bevelT w="63500" h="12700" prst="angle"/>
              <a:contourClr>
                <a:schemeClr val="bg1">
                  <a:lumMod val="65000"/>
                </a:schemeClr>
              </a:contourClr>
            </a:sp3d>
          </a:bodyPr>
          <a:lstStyle>
            <a:lvl1pPr>
              <a:defRPr sz="4000" b="1" cap="none" spc="0">
                <a:ln/>
                <a:solidFill>
                  <a:schemeClr val="accent1">
                    <a:lumMod val="50000"/>
                  </a:schemeClr>
                </a:solidFill>
                <a:effectLst/>
                <a:latin typeface="Times New Roman" panose="02020603050405020304" pitchFamily="18" charset="0"/>
                <a:cs typeface="Times New Roman" panose="02020603050405020304" pitchFamily="18" charset="0"/>
              </a:defRPr>
            </a:lvl1pPr>
          </a:lstStyle>
          <a:p>
            <a:r>
              <a:rPr lang="en-US" dirty="0"/>
              <a:t>Click to edit Master title style</a:t>
            </a:r>
          </a:p>
        </p:txBody>
      </p:sp>
      <p:sp>
        <p:nvSpPr>
          <p:cNvPr id="8" name="Date Placeholder 7"/>
          <p:cNvSpPr>
            <a:spLocks noGrp="1"/>
          </p:cNvSpPr>
          <p:nvPr>
            <p:ph type="dt" sz="half" idx="10"/>
          </p:nvPr>
        </p:nvSpPr>
        <p:spPr>
          <a:xfrm>
            <a:off x="628650" y="6356351"/>
            <a:ext cx="2057400" cy="365125"/>
          </a:xfrm>
          <a:prstGeom prst="rect">
            <a:avLst/>
          </a:prstGeom>
        </p:spPr>
        <p:txBody>
          <a:bodyPr/>
          <a:lstStyle>
            <a:lvl1pPr>
              <a:defRPr sz="1200">
                <a:solidFill>
                  <a:srgbClr val="FF0000"/>
                </a:solidFill>
                <a:latin typeface="Times New Roman" panose="02020603050405020304" pitchFamily="18" charset="0"/>
                <a:cs typeface="Times New Roman" panose="02020603050405020304" pitchFamily="18" charset="0"/>
              </a:defRPr>
            </a:lvl1pPr>
          </a:lstStyle>
          <a:p>
            <a:r>
              <a:rPr lang="en-US"/>
              <a:t>8/14/2020</a:t>
            </a:r>
            <a:endParaRPr lang="en-US" dirty="0"/>
          </a:p>
        </p:txBody>
      </p:sp>
      <p:sp>
        <p:nvSpPr>
          <p:cNvPr id="9" name="Footer Placeholder 8"/>
          <p:cNvSpPr>
            <a:spLocks noGrp="1"/>
          </p:cNvSpPr>
          <p:nvPr>
            <p:ph type="ftr" sz="quarter" idx="11"/>
          </p:nvPr>
        </p:nvSpPr>
        <p:spPr/>
        <p:txBody>
          <a:bodyPr/>
          <a:lstStyle/>
          <a:p>
            <a:r>
              <a:rPr lang="en-US"/>
              <a:t>Academic Year 2020-21 , Semester-2</a:t>
            </a:r>
            <a:endParaRPr lang="en-US" dirty="0"/>
          </a:p>
        </p:txBody>
      </p:sp>
      <p:sp>
        <p:nvSpPr>
          <p:cNvPr id="10" name="Slide Number Placeholder 9"/>
          <p:cNvSpPr>
            <a:spLocks noGrp="1"/>
          </p:cNvSpPr>
          <p:nvPr>
            <p:ph type="sldNum" sz="quarter" idx="12"/>
          </p:nvPr>
        </p:nvSpPr>
        <p:spPr>
          <a:xfrm>
            <a:off x="6457950" y="6381751"/>
            <a:ext cx="2057400" cy="365125"/>
          </a:xfrm>
          <a:prstGeom prst="rect">
            <a:avLst/>
          </a:prstGeom>
        </p:spPr>
        <p:txBody>
          <a:bodyPr/>
          <a:lstStyle>
            <a:lvl1pPr>
              <a:defRPr sz="1400">
                <a:solidFill>
                  <a:srgbClr val="FF0000"/>
                </a:solidFill>
              </a:defRPr>
            </a:lvl1pPr>
          </a:lstStyle>
          <a:p>
            <a:fld id="{0A3747BB-4598-4E25-9E38-971C52AEC84E}" type="slidenum">
              <a:rPr lang="en-US" smtClean="0"/>
              <a:pPr/>
              <a:t>‹#›</a:t>
            </a:fld>
            <a:endParaRPr lang="en-US" dirty="0"/>
          </a:p>
        </p:txBody>
      </p:sp>
    </p:spTree>
    <p:extLst>
      <p:ext uri="{BB962C8B-B14F-4D97-AF65-F5344CB8AC3E}">
        <p14:creationId xmlns:p14="http://schemas.microsoft.com/office/powerpoint/2010/main" val="135312315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623888" y="1709739"/>
            <a:ext cx="7886700" cy="2852737"/>
          </a:xfrm>
        </p:spPr>
        <p:txBody>
          <a:bodyPr anchor="b"/>
          <a:lstStyle>
            <a:lvl1pPr>
              <a:defRPr sz="6000">
                <a:latin typeface="Times New Roman" panose="02020603050405020304" pitchFamily="18" charset="0"/>
                <a:cs typeface="Times New Roman" panose="02020603050405020304" pitchFamily="18" charset="0"/>
              </a:defRPr>
            </a:lvl1pPr>
          </a:lstStyle>
          <a:p>
            <a:r>
              <a:rPr lang="en-US" dirty="0"/>
              <a:t>Click to edit Master title style</a:t>
            </a:r>
          </a:p>
        </p:txBody>
      </p:sp>
      <p:sp>
        <p:nvSpPr>
          <p:cNvPr id="3" name="Text Placeholder 2"/>
          <p:cNvSpPr>
            <a:spLocks noGrp="1"/>
          </p:cNvSpPr>
          <p:nvPr>
            <p:ph type="body" idx="1"/>
          </p:nvPr>
        </p:nvSpPr>
        <p:spPr>
          <a:xfrm>
            <a:off x="623888" y="4589464"/>
            <a:ext cx="7886700" cy="1500187"/>
          </a:xfrm>
        </p:spPr>
        <p:txBody>
          <a:bodyPr/>
          <a:lstStyle>
            <a:lvl1pPr marL="0" indent="0">
              <a:buNone/>
              <a:defRPr sz="2400">
                <a:solidFill>
                  <a:schemeClr val="tx1"/>
                </a:solidFill>
                <a:latin typeface="Times New Roman" panose="02020603050405020304" pitchFamily="18" charset="0"/>
                <a:cs typeface="Times New Roman" panose="02020603050405020304" pitchFamily="18" charset="0"/>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dirty="0"/>
              <a:t>Click to edit Master text styles</a:t>
            </a:r>
          </a:p>
        </p:txBody>
      </p:sp>
      <p:sp>
        <p:nvSpPr>
          <p:cNvPr id="7" name="Date Placeholder 6"/>
          <p:cNvSpPr>
            <a:spLocks noGrp="1"/>
          </p:cNvSpPr>
          <p:nvPr>
            <p:ph type="dt" sz="half" idx="10"/>
          </p:nvPr>
        </p:nvSpPr>
        <p:spPr>
          <a:xfrm>
            <a:off x="628650" y="6356351"/>
            <a:ext cx="2057400" cy="365125"/>
          </a:xfrm>
          <a:prstGeom prst="rect">
            <a:avLst/>
          </a:prstGeom>
        </p:spPr>
        <p:txBody>
          <a:bodyPr/>
          <a:lstStyle/>
          <a:p>
            <a:r>
              <a:rPr lang="en-US"/>
              <a:t>8/14/2020</a:t>
            </a:r>
            <a:endParaRPr lang="en-US" dirty="0"/>
          </a:p>
        </p:txBody>
      </p:sp>
      <p:sp>
        <p:nvSpPr>
          <p:cNvPr id="8" name="Footer Placeholder 7"/>
          <p:cNvSpPr>
            <a:spLocks noGrp="1"/>
          </p:cNvSpPr>
          <p:nvPr>
            <p:ph type="ftr" sz="quarter" idx="11"/>
          </p:nvPr>
        </p:nvSpPr>
        <p:spPr/>
        <p:txBody>
          <a:bodyPr/>
          <a:lstStyle/>
          <a:p>
            <a:r>
              <a:rPr lang="en-US"/>
              <a:t>Academic Year 2020-21 , Semester-2</a:t>
            </a:r>
            <a:endParaRPr lang="en-US" dirty="0"/>
          </a:p>
        </p:txBody>
      </p:sp>
      <p:sp>
        <p:nvSpPr>
          <p:cNvPr id="9" name="Slide Number Placeholder 8"/>
          <p:cNvSpPr>
            <a:spLocks noGrp="1"/>
          </p:cNvSpPr>
          <p:nvPr>
            <p:ph type="sldNum" sz="quarter" idx="12"/>
          </p:nvPr>
        </p:nvSpPr>
        <p:spPr>
          <a:xfrm>
            <a:off x="6457950" y="6381751"/>
            <a:ext cx="2057400" cy="365125"/>
          </a:xfrm>
          <a:prstGeom prst="rect">
            <a:avLst/>
          </a:prstGeom>
        </p:spPr>
        <p:txBody>
          <a:bodyPr/>
          <a:lstStyle/>
          <a:p>
            <a:fld id="{0A3747BB-4598-4E25-9E38-971C52AEC84E}" type="slidenum">
              <a:rPr lang="en-US" smtClean="0"/>
              <a:pPr/>
              <a:t>‹#›</a:t>
            </a:fld>
            <a:endParaRPr lang="en-US" dirty="0"/>
          </a:p>
        </p:txBody>
      </p:sp>
    </p:spTree>
    <p:extLst>
      <p:ext uri="{BB962C8B-B14F-4D97-AF65-F5344CB8AC3E}">
        <p14:creationId xmlns:p14="http://schemas.microsoft.com/office/powerpoint/2010/main" val="387688851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atin typeface="Times New Roman" panose="02020603050405020304" pitchFamily="18" charset="0"/>
                <a:cs typeface="Times New Roman" panose="02020603050405020304" pitchFamily="18" charset="0"/>
              </a:defRPr>
            </a:lvl1pPr>
          </a:lstStyle>
          <a:p>
            <a:r>
              <a:rPr lang="en-US" dirty="0"/>
              <a:t>Click to edit Master title style</a:t>
            </a:r>
          </a:p>
        </p:txBody>
      </p:sp>
      <p:sp>
        <p:nvSpPr>
          <p:cNvPr id="3" name="Content Placeholder 2"/>
          <p:cNvSpPr>
            <a:spLocks noGrp="1"/>
          </p:cNvSpPr>
          <p:nvPr>
            <p:ph sz="half" idx="1"/>
          </p:nvPr>
        </p:nvSpPr>
        <p:spPr>
          <a:xfrm>
            <a:off x="628650" y="1825625"/>
            <a:ext cx="3886200" cy="4351338"/>
          </a:xfrm>
        </p:spPr>
        <p:txBody>
          <a:bodyPr/>
          <a:lstStyle>
            <a:lvl1pPr>
              <a:defRPr>
                <a:latin typeface="Times New Roman" panose="02020603050405020304" pitchFamily="18" charset="0"/>
                <a:cs typeface="Times New Roman" panose="02020603050405020304" pitchFamily="18" charset="0"/>
              </a:defRPr>
            </a:lvl1pPr>
            <a:lvl2pPr>
              <a:defRPr>
                <a:latin typeface="Times New Roman" panose="02020603050405020304" pitchFamily="18" charset="0"/>
                <a:cs typeface="Times New Roman" panose="02020603050405020304" pitchFamily="18" charset="0"/>
              </a:defRPr>
            </a:lvl2pPr>
            <a:lvl3pPr>
              <a:defRPr>
                <a:latin typeface="Times New Roman" panose="02020603050405020304" pitchFamily="18" charset="0"/>
                <a:cs typeface="Times New Roman" panose="02020603050405020304" pitchFamily="18" charset="0"/>
              </a:defRPr>
            </a:lvl3pPr>
            <a:lvl4pPr>
              <a:defRPr>
                <a:latin typeface="Times New Roman" panose="02020603050405020304" pitchFamily="18" charset="0"/>
                <a:cs typeface="Times New Roman" panose="02020603050405020304" pitchFamily="18" charset="0"/>
              </a:defRPr>
            </a:lvl4pPr>
            <a:lvl5pPr>
              <a:defRPr>
                <a:latin typeface="Times New Roman" panose="02020603050405020304" pitchFamily="18" charset="0"/>
                <a:cs typeface="Times New Roman" panose="02020603050405020304" pitchFamily="18" charset="0"/>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4629150" y="1825625"/>
            <a:ext cx="38862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8" name="Date Placeholder 7"/>
          <p:cNvSpPr>
            <a:spLocks noGrp="1"/>
          </p:cNvSpPr>
          <p:nvPr>
            <p:ph type="dt" sz="half" idx="10"/>
          </p:nvPr>
        </p:nvSpPr>
        <p:spPr>
          <a:xfrm>
            <a:off x="628650" y="6356351"/>
            <a:ext cx="2057400" cy="365125"/>
          </a:xfrm>
          <a:prstGeom prst="rect">
            <a:avLst/>
          </a:prstGeom>
        </p:spPr>
        <p:txBody>
          <a:bodyPr/>
          <a:lstStyle/>
          <a:p>
            <a:r>
              <a:rPr lang="en-US"/>
              <a:t>8/14/2020</a:t>
            </a:r>
            <a:endParaRPr lang="en-US" dirty="0"/>
          </a:p>
        </p:txBody>
      </p:sp>
      <p:sp>
        <p:nvSpPr>
          <p:cNvPr id="9" name="Footer Placeholder 8"/>
          <p:cNvSpPr>
            <a:spLocks noGrp="1"/>
          </p:cNvSpPr>
          <p:nvPr>
            <p:ph type="ftr" sz="quarter" idx="11"/>
          </p:nvPr>
        </p:nvSpPr>
        <p:spPr/>
        <p:txBody>
          <a:bodyPr/>
          <a:lstStyle/>
          <a:p>
            <a:r>
              <a:rPr lang="en-US"/>
              <a:t>Academic Year 2020-21 , Semester-2</a:t>
            </a:r>
            <a:endParaRPr lang="en-US" dirty="0"/>
          </a:p>
        </p:txBody>
      </p:sp>
      <p:sp>
        <p:nvSpPr>
          <p:cNvPr id="10" name="Slide Number Placeholder 9"/>
          <p:cNvSpPr>
            <a:spLocks noGrp="1"/>
          </p:cNvSpPr>
          <p:nvPr>
            <p:ph type="sldNum" sz="quarter" idx="12"/>
          </p:nvPr>
        </p:nvSpPr>
        <p:spPr>
          <a:xfrm>
            <a:off x="6457950" y="6381751"/>
            <a:ext cx="2057400" cy="365125"/>
          </a:xfrm>
          <a:prstGeom prst="rect">
            <a:avLst/>
          </a:prstGeom>
        </p:spPr>
        <p:txBody>
          <a:bodyPr/>
          <a:lstStyle/>
          <a:p>
            <a:fld id="{0A3747BB-4598-4E25-9E38-971C52AEC84E}" type="slidenum">
              <a:rPr lang="en-US" smtClean="0"/>
              <a:pPr/>
              <a:t>‹#›</a:t>
            </a:fld>
            <a:endParaRPr lang="en-US" dirty="0"/>
          </a:p>
        </p:txBody>
      </p:sp>
    </p:spTree>
    <p:extLst>
      <p:ext uri="{BB962C8B-B14F-4D97-AF65-F5344CB8AC3E}">
        <p14:creationId xmlns:p14="http://schemas.microsoft.com/office/powerpoint/2010/main" val="171725741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629841" y="365126"/>
            <a:ext cx="7886700" cy="1325563"/>
          </a:xfrm>
        </p:spPr>
        <p:txBody>
          <a:bodyPr/>
          <a:lstStyle/>
          <a:p>
            <a:r>
              <a:rPr lang="en-US"/>
              <a:t>Click to edit Master title style</a:t>
            </a:r>
            <a:endParaRPr lang="en-US" dirty="0"/>
          </a:p>
        </p:txBody>
      </p:sp>
      <p:sp>
        <p:nvSpPr>
          <p:cNvPr id="3" name="Text Placeholder 2"/>
          <p:cNvSpPr>
            <a:spLocks noGrp="1"/>
          </p:cNvSpPr>
          <p:nvPr>
            <p:ph type="body" idx="1"/>
          </p:nvPr>
        </p:nvSpPr>
        <p:spPr>
          <a:xfrm>
            <a:off x="629842" y="1681163"/>
            <a:ext cx="3868340"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629842" y="2505075"/>
            <a:ext cx="3868340"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4629150" y="1681163"/>
            <a:ext cx="3887391"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29150" y="2505075"/>
            <a:ext cx="3887391"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0" name="Date Placeholder 9"/>
          <p:cNvSpPr>
            <a:spLocks noGrp="1"/>
          </p:cNvSpPr>
          <p:nvPr>
            <p:ph type="dt" sz="half" idx="10"/>
          </p:nvPr>
        </p:nvSpPr>
        <p:spPr>
          <a:xfrm>
            <a:off x="628650" y="6356351"/>
            <a:ext cx="2057400" cy="365125"/>
          </a:xfrm>
          <a:prstGeom prst="rect">
            <a:avLst/>
          </a:prstGeom>
        </p:spPr>
        <p:txBody>
          <a:bodyPr/>
          <a:lstStyle/>
          <a:p>
            <a:r>
              <a:rPr lang="en-US"/>
              <a:t>8/14/2020</a:t>
            </a:r>
            <a:endParaRPr lang="en-US" dirty="0"/>
          </a:p>
        </p:txBody>
      </p:sp>
      <p:sp>
        <p:nvSpPr>
          <p:cNvPr id="11" name="Footer Placeholder 10"/>
          <p:cNvSpPr>
            <a:spLocks noGrp="1"/>
          </p:cNvSpPr>
          <p:nvPr>
            <p:ph type="ftr" sz="quarter" idx="11"/>
          </p:nvPr>
        </p:nvSpPr>
        <p:spPr/>
        <p:txBody>
          <a:bodyPr/>
          <a:lstStyle/>
          <a:p>
            <a:r>
              <a:rPr lang="en-US"/>
              <a:t>Academic Year 2020-21 , Semester-2</a:t>
            </a:r>
            <a:endParaRPr lang="en-US" dirty="0"/>
          </a:p>
        </p:txBody>
      </p:sp>
      <p:sp>
        <p:nvSpPr>
          <p:cNvPr id="12" name="Slide Number Placeholder 11"/>
          <p:cNvSpPr>
            <a:spLocks noGrp="1"/>
          </p:cNvSpPr>
          <p:nvPr>
            <p:ph type="sldNum" sz="quarter" idx="12"/>
          </p:nvPr>
        </p:nvSpPr>
        <p:spPr>
          <a:xfrm>
            <a:off x="6457950" y="6381751"/>
            <a:ext cx="2057400" cy="365125"/>
          </a:xfrm>
          <a:prstGeom prst="rect">
            <a:avLst/>
          </a:prstGeom>
        </p:spPr>
        <p:txBody>
          <a:bodyPr/>
          <a:lstStyle/>
          <a:p>
            <a:fld id="{0A3747BB-4598-4E25-9E38-971C52AEC84E}" type="slidenum">
              <a:rPr lang="en-US" smtClean="0"/>
              <a:pPr/>
              <a:t>‹#›</a:t>
            </a:fld>
            <a:endParaRPr lang="en-US" dirty="0"/>
          </a:p>
        </p:txBody>
      </p:sp>
    </p:spTree>
    <p:extLst>
      <p:ext uri="{BB962C8B-B14F-4D97-AF65-F5344CB8AC3E}">
        <p14:creationId xmlns:p14="http://schemas.microsoft.com/office/powerpoint/2010/main" val="317154245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6" name="Date Placeholder 5"/>
          <p:cNvSpPr>
            <a:spLocks noGrp="1"/>
          </p:cNvSpPr>
          <p:nvPr>
            <p:ph type="dt" sz="half" idx="10"/>
          </p:nvPr>
        </p:nvSpPr>
        <p:spPr>
          <a:xfrm>
            <a:off x="628650" y="6356351"/>
            <a:ext cx="2057400" cy="365125"/>
          </a:xfrm>
          <a:prstGeom prst="rect">
            <a:avLst/>
          </a:prstGeom>
        </p:spPr>
        <p:txBody>
          <a:bodyPr/>
          <a:lstStyle/>
          <a:p>
            <a:r>
              <a:rPr lang="en-US"/>
              <a:t>8/14/2020</a:t>
            </a:r>
            <a:endParaRPr lang="en-US" dirty="0"/>
          </a:p>
        </p:txBody>
      </p:sp>
      <p:sp>
        <p:nvSpPr>
          <p:cNvPr id="7" name="Footer Placeholder 6"/>
          <p:cNvSpPr>
            <a:spLocks noGrp="1"/>
          </p:cNvSpPr>
          <p:nvPr>
            <p:ph type="ftr" sz="quarter" idx="11"/>
          </p:nvPr>
        </p:nvSpPr>
        <p:spPr/>
        <p:txBody>
          <a:bodyPr/>
          <a:lstStyle/>
          <a:p>
            <a:r>
              <a:rPr lang="en-US"/>
              <a:t>Academic Year 2020-21 , Semester-2</a:t>
            </a:r>
            <a:endParaRPr lang="en-US" dirty="0"/>
          </a:p>
        </p:txBody>
      </p:sp>
      <p:sp>
        <p:nvSpPr>
          <p:cNvPr id="8" name="Slide Number Placeholder 7"/>
          <p:cNvSpPr>
            <a:spLocks noGrp="1"/>
          </p:cNvSpPr>
          <p:nvPr>
            <p:ph type="sldNum" sz="quarter" idx="12"/>
          </p:nvPr>
        </p:nvSpPr>
        <p:spPr>
          <a:xfrm>
            <a:off x="6457950" y="6381751"/>
            <a:ext cx="2057400" cy="365125"/>
          </a:xfrm>
          <a:prstGeom prst="rect">
            <a:avLst/>
          </a:prstGeom>
        </p:spPr>
        <p:txBody>
          <a:bodyPr/>
          <a:lstStyle/>
          <a:p>
            <a:fld id="{0A3747BB-4598-4E25-9E38-971C52AEC84E}" type="slidenum">
              <a:rPr lang="en-US" smtClean="0"/>
              <a:pPr/>
              <a:t>‹#›</a:t>
            </a:fld>
            <a:endParaRPr lang="en-US" dirty="0"/>
          </a:p>
        </p:txBody>
      </p:sp>
    </p:spTree>
    <p:extLst>
      <p:ext uri="{BB962C8B-B14F-4D97-AF65-F5344CB8AC3E}">
        <p14:creationId xmlns:p14="http://schemas.microsoft.com/office/powerpoint/2010/main" val="406933379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extLst>
      <p:ext uri="{BB962C8B-B14F-4D97-AF65-F5344CB8AC3E}">
        <p14:creationId xmlns:p14="http://schemas.microsoft.com/office/powerpoint/2010/main" val="135470275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29841" y="457200"/>
            <a:ext cx="2949178" cy="1600200"/>
          </a:xfrm>
        </p:spPr>
        <p:txBody>
          <a:bodyPr anchor="b"/>
          <a:lstStyle>
            <a:lvl1pPr>
              <a:defRPr sz="3200"/>
            </a:lvl1pPr>
          </a:lstStyle>
          <a:p>
            <a:r>
              <a:rPr lang="en-US"/>
              <a:t>Click to edit Master title style</a:t>
            </a:r>
            <a:endParaRPr lang="en-US" dirty="0"/>
          </a:p>
        </p:txBody>
      </p:sp>
      <p:sp>
        <p:nvSpPr>
          <p:cNvPr id="3" name="Content Placeholder 2"/>
          <p:cNvSpPr>
            <a:spLocks noGrp="1"/>
          </p:cNvSpPr>
          <p:nvPr>
            <p:ph idx="1"/>
          </p:nvPr>
        </p:nvSpPr>
        <p:spPr>
          <a:xfrm>
            <a:off x="3887391" y="987426"/>
            <a:ext cx="462915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629841" y="2057400"/>
            <a:ext cx="2949178"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8" name="Date Placeholder 7"/>
          <p:cNvSpPr>
            <a:spLocks noGrp="1"/>
          </p:cNvSpPr>
          <p:nvPr>
            <p:ph type="dt" sz="half" idx="10"/>
          </p:nvPr>
        </p:nvSpPr>
        <p:spPr>
          <a:xfrm>
            <a:off x="628650" y="6356351"/>
            <a:ext cx="2057400" cy="365125"/>
          </a:xfrm>
          <a:prstGeom prst="rect">
            <a:avLst/>
          </a:prstGeom>
        </p:spPr>
        <p:txBody>
          <a:bodyPr/>
          <a:lstStyle/>
          <a:p>
            <a:r>
              <a:rPr lang="en-US"/>
              <a:t>8/14/2020</a:t>
            </a:r>
            <a:endParaRPr lang="en-US" dirty="0"/>
          </a:p>
        </p:txBody>
      </p:sp>
      <p:sp>
        <p:nvSpPr>
          <p:cNvPr id="9" name="Footer Placeholder 8"/>
          <p:cNvSpPr>
            <a:spLocks noGrp="1"/>
          </p:cNvSpPr>
          <p:nvPr>
            <p:ph type="ftr" sz="quarter" idx="11"/>
          </p:nvPr>
        </p:nvSpPr>
        <p:spPr/>
        <p:txBody>
          <a:bodyPr/>
          <a:lstStyle/>
          <a:p>
            <a:r>
              <a:rPr lang="en-US"/>
              <a:t>Academic Year 2020-21 , Semester-2</a:t>
            </a:r>
            <a:endParaRPr lang="en-US" dirty="0"/>
          </a:p>
        </p:txBody>
      </p:sp>
      <p:sp>
        <p:nvSpPr>
          <p:cNvPr id="10" name="Slide Number Placeholder 9"/>
          <p:cNvSpPr>
            <a:spLocks noGrp="1"/>
          </p:cNvSpPr>
          <p:nvPr>
            <p:ph type="sldNum" sz="quarter" idx="12"/>
          </p:nvPr>
        </p:nvSpPr>
        <p:spPr>
          <a:xfrm>
            <a:off x="6457950" y="6381751"/>
            <a:ext cx="2057400" cy="365125"/>
          </a:xfrm>
          <a:prstGeom prst="rect">
            <a:avLst/>
          </a:prstGeom>
        </p:spPr>
        <p:txBody>
          <a:bodyPr/>
          <a:lstStyle/>
          <a:p>
            <a:fld id="{0A3747BB-4598-4E25-9E38-971C52AEC84E}" type="slidenum">
              <a:rPr lang="en-US" smtClean="0"/>
              <a:pPr/>
              <a:t>‹#›</a:t>
            </a:fld>
            <a:endParaRPr lang="en-US" dirty="0"/>
          </a:p>
        </p:txBody>
      </p:sp>
    </p:spTree>
    <p:extLst>
      <p:ext uri="{BB962C8B-B14F-4D97-AF65-F5344CB8AC3E}">
        <p14:creationId xmlns:p14="http://schemas.microsoft.com/office/powerpoint/2010/main" val="64047011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29841" y="457200"/>
            <a:ext cx="2949178" cy="1600200"/>
          </a:xfrm>
        </p:spPr>
        <p:txBody>
          <a:bodyPr anchor="b"/>
          <a:lstStyle>
            <a:lvl1pPr>
              <a:defRPr sz="3200"/>
            </a:lvl1pPr>
          </a:lstStyle>
          <a:p>
            <a:r>
              <a:rPr lang="en-US"/>
              <a:t>Click to edit Master title style</a:t>
            </a:r>
            <a:endParaRPr lang="en-US" dirty="0"/>
          </a:p>
        </p:txBody>
      </p:sp>
      <p:sp>
        <p:nvSpPr>
          <p:cNvPr id="3" name="Picture Placeholder 2"/>
          <p:cNvSpPr>
            <a:spLocks noGrp="1" noChangeAspect="1"/>
          </p:cNvSpPr>
          <p:nvPr>
            <p:ph type="pic" idx="1"/>
          </p:nvPr>
        </p:nvSpPr>
        <p:spPr>
          <a:xfrm>
            <a:off x="3887391" y="987426"/>
            <a:ext cx="4629150" cy="4873625"/>
          </a:xfrm>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629841" y="2057400"/>
            <a:ext cx="2949178"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8" name="Date Placeholder 7"/>
          <p:cNvSpPr>
            <a:spLocks noGrp="1"/>
          </p:cNvSpPr>
          <p:nvPr>
            <p:ph type="dt" sz="half" idx="10"/>
          </p:nvPr>
        </p:nvSpPr>
        <p:spPr>
          <a:xfrm>
            <a:off x="628650" y="6356351"/>
            <a:ext cx="2057400" cy="365125"/>
          </a:xfrm>
          <a:prstGeom prst="rect">
            <a:avLst/>
          </a:prstGeom>
        </p:spPr>
        <p:txBody>
          <a:bodyPr/>
          <a:lstStyle/>
          <a:p>
            <a:r>
              <a:rPr lang="en-US"/>
              <a:t>8/14/2020</a:t>
            </a:r>
            <a:endParaRPr lang="en-US" dirty="0"/>
          </a:p>
        </p:txBody>
      </p:sp>
      <p:sp>
        <p:nvSpPr>
          <p:cNvPr id="9" name="Footer Placeholder 8"/>
          <p:cNvSpPr>
            <a:spLocks noGrp="1"/>
          </p:cNvSpPr>
          <p:nvPr>
            <p:ph type="ftr" sz="quarter" idx="11"/>
          </p:nvPr>
        </p:nvSpPr>
        <p:spPr/>
        <p:txBody>
          <a:bodyPr/>
          <a:lstStyle/>
          <a:p>
            <a:r>
              <a:rPr lang="en-US"/>
              <a:t>Academic Year 2020-21 , Semester-2</a:t>
            </a:r>
            <a:endParaRPr lang="en-US" dirty="0"/>
          </a:p>
        </p:txBody>
      </p:sp>
      <p:sp>
        <p:nvSpPr>
          <p:cNvPr id="10" name="Slide Number Placeholder 9"/>
          <p:cNvSpPr>
            <a:spLocks noGrp="1"/>
          </p:cNvSpPr>
          <p:nvPr>
            <p:ph type="sldNum" sz="quarter" idx="12"/>
          </p:nvPr>
        </p:nvSpPr>
        <p:spPr>
          <a:xfrm>
            <a:off x="6457950" y="6381751"/>
            <a:ext cx="2057400" cy="365125"/>
          </a:xfrm>
          <a:prstGeom prst="rect">
            <a:avLst/>
          </a:prstGeom>
        </p:spPr>
        <p:txBody>
          <a:bodyPr/>
          <a:lstStyle/>
          <a:p>
            <a:fld id="{0A3747BB-4598-4E25-9E38-971C52AEC84E}" type="slidenum">
              <a:rPr lang="en-US" smtClean="0"/>
              <a:pPr/>
              <a:t>‹#›</a:t>
            </a:fld>
            <a:endParaRPr lang="en-US" dirty="0"/>
          </a:p>
        </p:txBody>
      </p:sp>
    </p:spTree>
    <p:extLst>
      <p:ext uri="{BB962C8B-B14F-4D97-AF65-F5344CB8AC3E}">
        <p14:creationId xmlns:p14="http://schemas.microsoft.com/office/powerpoint/2010/main" val="16673628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a:xfrm>
            <a:off x="628650" y="6356351"/>
            <a:ext cx="2057400" cy="365125"/>
          </a:xfrm>
          <a:prstGeom prst="rect">
            <a:avLst/>
          </a:prstGeom>
        </p:spPr>
        <p:txBody>
          <a:bodyPr/>
          <a:lstStyle/>
          <a:p>
            <a:r>
              <a:rPr lang="en-US"/>
              <a:t>8/14/2020</a:t>
            </a:r>
            <a:endParaRPr lang="en-US" dirty="0"/>
          </a:p>
        </p:txBody>
      </p:sp>
      <p:sp>
        <p:nvSpPr>
          <p:cNvPr id="8" name="Footer Placeholder 7"/>
          <p:cNvSpPr>
            <a:spLocks noGrp="1"/>
          </p:cNvSpPr>
          <p:nvPr>
            <p:ph type="ftr" sz="quarter" idx="11"/>
          </p:nvPr>
        </p:nvSpPr>
        <p:spPr/>
        <p:txBody>
          <a:bodyPr/>
          <a:lstStyle/>
          <a:p>
            <a:r>
              <a:rPr lang="en-US"/>
              <a:t>Academic Year 2020-21 , Semester-2</a:t>
            </a:r>
            <a:endParaRPr lang="en-US" dirty="0"/>
          </a:p>
        </p:txBody>
      </p:sp>
      <p:sp>
        <p:nvSpPr>
          <p:cNvPr id="9" name="Slide Number Placeholder 8"/>
          <p:cNvSpPr>
            <a:spLocks noGrp="1"/>
          </p:cNvSpPr>
          <p:nvPr>
            <p:ph type="sldNum" sz="quarter" idx="12"/>
          </p:nvPr>
        </p:nvSpPr>
        <p:spPr>
          <a:xfrm>
            <a:off x="6457950" y="6381751"/>
            <a:ext cx="2057400" cy="365125"/>
          </a:xfrm>
          <a:prstGeom prst="rect">
            <a:avLst/>
          </a:prstGeom>
        </p:spPr>
        <p:txBody>
          <a:bodyPr/>
          <a:lstStyle/>
          <a:p>
            <a:fld id="{0A3747BB-4598-4E25-9E38-971C52AEC84E}" type="slidenum">
              <a:rPr lang="en-US" smtClean="0"/>
              <a:pPr/>
              <a:t>‹#›</a:t>
            </a:fld>
            <a:endParaRPr lang="en-US" dirty="0"/>
          </a:p>
        </p:txBody>
      </p:sp>
    </p:spTree>
    <p:extLst>
      <p:ext uri="{BB962C8B-B14F-4D97-AF65-F5344CB8AC3E}">
        <p14:creationId xmlns:p14="http://schemas.microsoft.com/office/powerpoint/2010/main" val="435298839"/>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543675" y="365125"/>
            <a:ext cx="1971675" cy="5811838"/>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628650" y="365125"/>
            <a:ext cx="5800725"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a:xfrm>
            <a:off x="628650" y="6356351"/>
            <a:ext cx="2057400" cy="365125"/>
          </a:xfrm>
          <a:prstGeom prst="rect">
            <a:avLst/>
          </a:prstGeom>
        </p:spPr>
        <p:txBody>
          <a:bodyPr/>
          <a:lstStyle/>
          <a:p>
            <a:r>
              <a:rPr lang="en-US"/>
              <a:t>8/14/2020</a:t>
            </a:r>
            <a:endParaRPr lang="en-US" dirty="0"/>
          </a:p>
        </p:txBody>
      </p:sp>
      <p:sp>
        <p:nvSpPr>
          <p:cNvPr id="8" name="Footer Placeholder 7"/>
          <p:cNvSpPr>
            <a:spLocks noGrp="1"/>
          </p:cNvSpPr>
          <p:nvPr>
            <p:ph type="ftr" sz="quarter" idx="11"/>
          </p:nvPr>
        </p:nvSpPr>
        <p:spPr/>
        <p:txBody>
          <a:bodyPr/>
          <a:lstStyle/>
          <a:p>
            <a:r>
              <a:rPr lang="en-US"/>
              <a:t>Academic Year 2020-21 , Semester-2</a:t>
            </a:r>
            <a:endParaRPr lang="en-US" dirty="0"/>
          </a:p>
        </p:txBody>
      </p:sp>
      <p:sp>
        <p:nvSpPr>
          <p:cNvPr id="9" name="Slide Number Placeholder 8"/>
          <p:cNvSpPr>
            <a:spLocks noGrp="1"/>
          </p:cNvSpPr>
          <p:nvPr>
            <p:ph type="sldNum" sz="quarter" idx="12"/>
          </p:nvPr>
        </p:nvSpPr>
        <p:spPr>
          <a:xfrm>
            <a:off x="6457950" y="6381751"/>
            <a:ext cx="2057400" cy="365125"/>
          </a:xfrm>
          <a:prstGeom prst="rect">
            <a:avLst/>
          </a:prstGeom>
        </p:spPr>
        <p:txBody>
          <a:bodyPr/>
          <a:lstStyle/>
          <a:p>
            <a:fld id="{0A3747BB-4598-4E25-9E38-971C52AEC84E}" type="slidenum">
              <a:rPr lang="en-US" smtClean="0"/>
              <a:pPr/>
              <a:t>‹#›</a:t>
            </a:fld>
            <a:endParaRPr lang="en-US" dirty="0"/>
          </a:p>
        </p:txBody>
      </p:sp>
    </p:spTree>
    <p:extLst>
      <p:ext uri="{BB962C8B-B14F-4D97-AF65-F5344CB8AC3E}">
        <p14:creationId xmlns:p14="http://schemas.microsoft.com/office/powerpoint/2010/main" val="1821783635"/>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Custom Layou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a:xfrm>
            <a:off x="628650" y="6356351"/>
            <a:ext cx="2057400" cy="365125"/>
          </a:xfrm>
          <a:prstGeom prst="rect">
            <a:avLst/>
          </a:prstGeom>
        </p:spPr>
        <p:txBody>
          <a:bodyPr/>
          <a:lstStyle/>
          <a:p>
            <a:r>
              <a:rPr lang="en-US"/>
              <a:t>8/14/2020</a:t>
            </a:r>
            <a:endParaRPr lang="en-US" dirty="0"/>
          </a:p>
        </p:txBody>
      </p:sp>
      <p:sp>
        <p:nvSpPr>
          <p:cNvPr id="4" name="Slide Number Placeholder 3"/>
          <p:cNvSpPr>
            <a:spLocks noGrp="1"/>
          </p:cNvSpPr>
          <p:nvPr>
            <p:ph type="sldNum" sz="quarter" idx="11"/>
          </p:nvPr>
        </p:nvSpPr>
        <p:spPr>
          <a:xfrm>
            <a:off x="6457950" y="6381751"/>
            <a:ext cx="2057400" cy="365125"/>
          </a:xfrm>
          <a:prstGeom prst="rect">
            <a:avLst/>
          </a:prstGeom>
        </p:spPr>
        <p:txBody>
          <a:bodyPr/>
          <a:lstStyle/>
          <a:p>
            <a:fld id="{C9D37D9F-E113-4776-BD04-3FC33465CB71}" type="slidenum">
              <a:rPr lang="en-US" smtClean="0"/>
              <a:pPr/>
              <a:t>‹#›</a:t>
            </a:fld>
            <a:endParaRPr lang="en-US"/>
          </a:p>
        </p:txBody>
      </p:sp>
      <p:sp>
        <p:nvSpPr>
          <p:cNvPr id="5" name="Footer Placeholder 4"/>
          <p:cNvSpPr>
            <a:spLocks noGrp="1"/>
          </p:cNvSpPr>
          <p:nvPr>
            <p:ph type="ftr" sz="quarter" idx="12"/>
          </p:nvPr>
        </p:nvSpPr>
        <p:spPr/>
        <p:txBody>
          <a:bodyPr/>
          <a:lstStyle/>
          <a:p>
            <a:r>
              <a:rPr lang="en-US"/>
              <a:t>Academic Year 2020-21 , Semester-2</a:t>
            </a:r>
            <a:endParaRPr lang="en-US" dirty="0"/>
          </a:p>
        </p:txBody>
      </p:sp>
    </p:spTree>
    <p:extLst>
      <p:ext uri="{BB962C8B-B14F-4D97-AF65-F5344CB8AC3E}">
        <p14:creationId xmlns:p14="http://schemas.microsoft.com/office/powerpoint/2010/main" val="360474077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28650" y="365126"/>
            <a:ext cx="7886700" cy="1325563"/>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628650" y="1825625"/>
            <a:ext cx="7886700" cy="4351338"/>
          </a:xfrm>
          <a:prstGeom prst="rect">
            <a:avLst/>
          </a:prstGeom>
        </p:spPr>
        <p:txBody>
          <a:bodyPr vert="horz" lIns="91440" tIns="45720" rIns="91440" bIns="4572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Footer Placeholder 4"/>
          <p:cNvSpPr>
            <a:spLocks noGrp="1"/>
          </p:cNvSpPr>
          <p:nvPr>
            <p:ph type="ftr" sz="quarter" idx="3"/>
          </p:nvPr>
        </p:nvSpPr>
        <p:spPr>
          <a:xfrm>
            <a:off x="3028950" y="6356351"/>
            <a:ext cx="30861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r>
              <a:rPr lang="en-US"/>
              <a:t>Academic Year 2020-21 , Semester-2</a:t>
            </a:r>
            <a:endParaRPr lang="en-US" dirty="0"/>
          </a:p>
        </p:txBody>
      </p:sp>
    </p:spTree>
    <p:extLst>
      <p:ext uri="{BB962C8B-B14F-4D97-AF65-F5344CB8AC3E}">
        <p14:creationId xmlns:p14="http://schemas.microsoft.com/office/powerpoint/2010/main" val="1244953415"/>
      </p:ext>
    </p:extLst>
  </p:cSld>
  <p:clrMap bg1="lt1" tx1="dk1" bg2="lt2" tx2="dk2" accent1="accent1" accent2="accent2" accent3="accent3" accent4="accent4" accent5="accent5" accent6="accent6" hlink="hlink" folHlink="folHlink"/>
  <p:sldLayoutIdLst>
    <p:sldLayoutId id="2147483662" r:id="rId1"/>
    <p:sldLayoutId id="2147483663" r:id="rId2"/>
    <p:sldLayoutId id="2147483664" r:id="rId3"/>
    <p:sldLayoutId id="2147483665" r:id="rId4"/>
    <p:sldLayoutId id="2147483666" r:id="rId5"/>
    <p:sldLayoutId id="2147483667" r:id="rId6"/>
    <p:sldLayoutId id="2147483668" r:id="rId7"/>
    <p:sldLayoutId id="2147483669" r:id="rId8"/>
    <p:sldLayoutId id="2147483670" r:id="rId9"/>
    <p:sldLayoutId id="2147483671" r:id="rId10"/>
    <p:sldLayoutId id="2147483672" r:id="rId11"/>
    <p:sldLayoutId id="2147483660" r:id="rId12"/>
  </p:sldLayoutIdLst>
  <p:hf hdr="0" dt="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hyperlink" Target="https://pandas.pydata.org/" TargetMode="External"/><Relationship Id="rId2" Type="http://schemas.openxmlformats.org/officeDocument/2006/relationships/hyperlink" Target="https://numpy.org/" TargetMode="External"/><Relationship Id="rId1" Type="http://schemas.openxmlformats.org/officeDocument/2006/relationships/slideLayout" Target="../slideLayouts/slideLayout2.xml"/><Relationship Id="rId6" Type="http://schemas.openxmlformats.org/officeDocument/2006/relationships/hyperlink" Target="https://github.com/sangitaGIT011/Myproj" TargetMode="External"/><Relationship Id="rId5" Type="http://schemas.openxmlformats.org/officeDocument/2006/relationships/hyperlink" Target="https://matplotlib.org/" TargetMode="External"/><Relationship Id="rId4" Type="http://schemas.openxmlformats.org/officeDocument/2006/relationships/hyperlink" Target="https://scikit-learn.org/" TargetMode="Externa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 name="Rounded Rectangle 13"/>
          <p:cNvSpPr/>
          <p:nvPr/>
        </p:nvSpPr>
        <p:spPr>
          <a:xfrm>
            <a:off x="248194" y="156754"/>
            <a:ext cx="8490857" cy="1097280"/>
          </a:xfrm>
          <a:prstGeom prst="roundRect">
            <a:avLst/>
          </a:prstGeom>
          <a:solidFill>
            <a:schemeClr val="accent1">
              <a:lumMod val="40000"/>
              <a:lumOff val="6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p:nvPr>
        </p:nvSpPr>
        <p:spPr>
          <a:xfrm>
            <a:off x="0" y="55670"/>
            <a:ext cx="9210905" cy="1299447"/>
          </a:xfrm>
          <a:solidFill>
            <a:srgbClr val="002060"/>
          </a:solidFill>
        </p:spPr>
        <p:txBody>
          <a:bodyPr>
            <a:normAutofit/>
          </a:bodyPr>
          <a:lstStyle/>
          <a:p>
            <a:pPr algn="ctr"/>
            <a:r>
              <a:rPr lang="en-US" sz="1800" b="1" dirty="0">
                <a:solidFill>
                  <a:schemeClr val="bg1"/>
                </a:solidFill>
              </a:rPr>
              <a:t>GUJARAT TECHNOLOGICAL UNIVERSITY </a:t>
            </a:r>
            <a:br>
              <a:rPr lang="en-US" sz="1800" b="1" dirty="0">
                <a:solidFill>
                  <a:schemeClr val="bg1"/>
                </a:solidFill>
              </a:rPr>
            </a:br>
            <a:r>
              <a:rPr lang="en-US" sz="2000" dirty="0">
                <a:solidFill>
                  <a:schemeClr val="bg1"/>
                </a:solidFill>
              </a:rPr>
              <a:t>     SCHOOL OF ENGINEERING AND TECHNOLOGY </a:t>
            </a:r>
            <a:endParaRPr lang="en-IN" sz="2000" dirty="0">
              <a:solidFill>
                <a:schemeClr val="bg1"/>
              </a:solidFill>
            </a:endParaRPr>
          </a:p>
        </p:txBody>
      </p:sp>
      <p:sp>
        <p:nvSpPr>
          <p:cNvPr id="9" name="TextBox 8"/>
          <p:cNvSpPr txBox="1"/>
          <p:nvPr/>
        </p:nvSpPr>
        <p:spPr>
          <a:xfrm>
            <a:off x="1114176" y="1355117"/>
            <a:ext cx="6982550" cy="5509200"/>
          </a:xfrm>
          <a:prstGeom prst="rect">
            <a:avLst/>
          </a:prstGeom>
          <a:noFill/>
        </p:spPr>
        <p:txBody>
          <a:bodyPr wrap="square" rtlCol="0">
            <a:spAutoFit/>
          </a:bodyPr>
          <a:lstStyle/>
          <a:p>
            <a:pPr algn="ctr"/>
            <a:r>
              <a:rPr lang="en-IN" sz="2400" b="1" dirty="0">
                <a:solidFill>
                  <a:srgbClr val="002060"/>
                </a:solidFill>
                <a:latin typeface="Times New Roman" panose="02020603050405020304" pitchFamily="18" charset="0"/>
                <a:cs typeface="Times New Roman" panose="02020603050405020304" pitchFamily="18" charset="0"/>
              </a:rPr>
              <a:t>Post Graduate Diploma  </a:t>
            </a:r>
          </a:p>
          <a:p>
            <a:pPr algn="ctr"/>
            <a:r>
              <a:rPr lang="en-IN" sz="2400" b="1" dirty="0">
                <a:solidFill>
                  <a:srgbClr val="002060"/>
                </a:solidFill>
                <a:latin typeface="Times New Roman" panose="02020603050405020304" pitchFamily="18" charset="0"/>
                <a:cs typeface="Times New Roman" panose="02020603050405020304" pitchFamily="18" charset="0"/>
              </a:rPr>
              <a:t>in </a:t>
            </a:r>
          </a:p>
          <a:p>
            <a:pPr algn="ctr"/>
            <a:r>
              <a:rPr lang="en-IN" sz="2400" b="1" dirty="0">
                <a:solidFill>
                  <a:srgbClr val="002060"/>
                </a:solidFill>
                <a:latin typeface="Times New Roman" panose="02020603050405020304" pitchFamily="18" charset="0"/>
                <a:cs typeface="Times New Roman" panose="02020603050405020304" pitchFamily="18" charset="0"/>
              </a:rPr>
              <a:t>Data Science</a:t>
            </a:r>
          </a:p>
          <a:p>
            <a:pPr algn="ctr"/>
            <a:r>
              <a:rPr lang="en-US" dirty="0">
                <a:solidFill>
                  <a:schemeClr val="accent1">
                    <a:lumMod val="50000"/>
                  </a:schemeClr>
                </a:solidFill>
                <a:latin typeface="Times New Roman" panose="02020603050405020304" pitchFamily="18" charset="0"/>
                <a:cs typeface="Times New Roman" panose="02020603050405020304" pitchFamily="18" charset="0"/>
              </a:rPr>
              <a:t> (Institute Code: 137) </a:t>
            </a:r>
          </a:p>
          <a:p>
            <a:pPr algn="ctr"/>
            <a:r>
              <a:rPr lang="en-US" sz="2600" b="1" dirty="0">
                <a:solidFill>
                  <a:srgbClr val="002060"/>
                </a:solidFill>
                <a:latin typeface="Times New Roman" panose="02020603050405020304" pitchFamily="18" charset="0"/>
                <a:cs typeface="Times New Roman" panose="02020603050405020304" pitchFamily="18" charset="0"/>
              </a:rPr>
              <a:t>Mini Project</a:t>
            </a:r>
          </a:p>
          <a:p>
            <a:pPr algn="ctr"/>
            <a:r>
              <a:rPr lang="en-US" sz="2600" b="1" dirty="0">
                <a:solidFill>
                  <a:srgbClr val="002060"/>
                </a:solidFill>
                <a:latin typeface="Times New Roman" panose="02020603050405020304" pitchFamily="18" charset="0"/>
                <a:cs typeface="Times New Roman" panose="02020603050405020304" pitchFamily="18" charset="0"/>
              </a:rPr>
              <a:t>(</a:t>
            </a:r>
            <a:r>
              <a:rPr lang="en-IN" sz="2400" b="1" dirty="0">
                <a:solidFill>
                  <a:srgbClr val="002060"/>
                </a:solidFill>
                <a:latin typeface="Times New Roman" panose="02020603050405020304" pitchFamily="18" charset="0"/>
                <a:cs typeface="Times New Roman" panose="02020603050405020304" pitchFamily="18" charset="0"/>
              </a:rPr>
              <a:t>DS02080041</a:t>
            </a:r>
            <a:r>
              <a:rPr lang="en-US" sz="2600" b="1" dirty="0">
                <a:solidFill>
                  <a:srgbClr val="002060"/>
                </a:solidFill>
                <a:latin typeface="Times New Roman" panose="02020603050405020304" pitchFamily="18" charset="0"/>
                <a:cs typeface="Times New Roman" panose="02020603050405020304" pitchFamily="18" charset="0"/>
              </a:rPr>
              <a:t>)</a:t>
            </a:r>
          </a:p>
          <a:p>
            <a:pPr algn="ctr"/>
            <a:r>
              <a:rPr lang="en-US" sz="4000" b="1" dirty="0">
                <a:solidFill>
                  <a:srgbClr val="002060"/>
                </a:solidFill>
                <a:latin typeface="Times New Roman" panose="02020603050405020304" pitchFamily="18" charset="0"/>
                <a:cs typeface="Times New Roman" panose="02020603050405020304" pitchFamily="18" charset="0"/>
              </a:rPr>
              <a:t>Gold Price Prediction through Tre</a:t>
            </a:r>
            <a:r>
              <a:rPr lang="en-US" sz="4000" b="1" dirty="0">
                <a:solidFill>
                  <a:schemeClr val="accent1">
                    <a:lumMod val="50000"/>
                  </a:schemeClr>
                </a:solidFill>
                <a:latin typeface="Times New Roman" panose="02020603050405020304" pitchFamily="18" charset="0"/>
                <a:cs typeface="Times New Roman" panose="02020603050405020304" pitchFamily="18" charset="0"/>
              </a:rPr>
              <a:t>n</a:t>
            </a:r>
            <a:r>
              <a:rPr lang="en-US" sz="4000" b="1" dirty="0">
                <a:solidFill>
                  <a:srgbClr val="002060"/>
                </a:solidFill>
                <a:latin typeface="Times New Roman" panose="02020603050405020304" pitchFamily="18" charset="0"/>
                <a:cs typeface="Times New Roman" panose="02020603050405020304" pitchFamily="18" charset="0"/>
              </a:rPr>
              <a:t>d Analysis</a:t>
            </a:r>
          </a:p>
          <a:p>
            <a:pPr algn="ctr"/>
            <a:r>
              <a:rPr lang="en-IN" sz="2600" b="1" dirty="0">
                <a:solidFill>
                  <a:srgbClr val="002060"/>
                </a:solidFill>
                <a:latin typeface="Times New Roman" panose="02020603050405020304" pitchFamily="18" charset="0"/>
                <a:cs typeface="Times New Roman" panose="02020603050405020304" pitchFamily="18" charset="0"/>
              </a:rPr>
              <a:t>Review-1</a:t>
            </a:r>
          </a:p>
          <a:p>
            <a:pPr algn="ctr"/>
            <a:endParaRPr lang="en-IN" sz="2600" b="1" dirty="0">
              <a:solidFill>
                <a:srgbClr val="002060"/>
              </a:solidFill>
              <a:latin typeface="Times New Roman" panose="02020603050405020304" pitchFamily="18" charset="0"/>
              <a:cs typeface="Times New Roman" panose="02020603050405020304" pitchFamily="18" charset="0"/>
            </a:endParaRPr>
          </a:p>
          <a:p>
            <a:pPr algn="ctr"/>
            <a:endParaRPr lang="en-US" sz="2600" b="1" dirty="0">
              <a:solidFill>
                <a:srgbClr val="002060"/>
              </a:solidFill>
              <a:latin typeface="Times New Roman" panose="02020603050405020304" pitchFamily="18" charset="0"/>
              <a:cs typeface="Times New Roman" panose="02020603050405020304" pitchFamily="18" charset="0"/>
            </a:endParaRPr>
          </a:p>
          <a:p>
            <a:endParaRPr lang="en-US" sz="2600" b="1" i="1" u="sng" dirty="0">
              <a:solidFill>
                <a:srgbClr val="002060"/>
              </a:solidFill>
              <a:latin typeface="Times New Roman" panose="02020603050405020304" pitchFamily="18" charset="0"/>
              <a:cs typeface="Times New Roman" panose="02020603050405020304" pitchFamily="18" charset="0"/>
            </a:endParaRPr>
          </a:p>
          <a:p>
            <a:endParaRPr lang="en-US" sz="2600" b="1" i="1" u="sng" dirty="0">
              <a:solidFill>
                <a:srgbClr val="002060"/>
              </a:solidFill>
              <a:latin typeface="Times New Roman" panose="02020603050405020304" pitchFamily="18" charset="0"/>
              <a:cs typeface="Times New Roman" panose="02020603050405020304" pitchFamily="18" charset="0"/>
            </a:endParaRPr>
          </a:p>
        </p:txBody>
      </p:sp>
      <p:sp>
        <p:nvSpPr>
          <p:cNvPr id="11" name="TextBox 10"/>
          <p:cNvSpPr txBox="1"/>
          <p:nvPr/>
        </p:nvSpPr>
        <p:spPr>
          <a:xfrm>
            <a:off x="1870947" y="4269300"/>
            <a:ext cx="5469009" cy="1969770"/>
          </a:xfrm>
          <a:prstGeom prst="rect">
            <a:avLst/>
          </a:prstGeom>
          <a:noFill/>
        </p:spPr>
        <p:txBody>
          <a:bodyPr wrap="square" rtlCol="0">
            <a:spAutoFit/>
          </a:bodyPr>
          <a:lstStyle/>
          <a:p>
            <a:pPr algn="ctr"/>
            <a:endParaRPr lang="en-US" sz="2000" dirty="0">
              <a:solidFill>
                <a:srgbClr val="002060"/>
              </a:solidFill>
              <a:latin typeface="Times New Roman" panose="02020603050405020304" pitchFamily="18" charset="0"/>
              <a:cs typeface="Times New Roman" panose="02020603050405020304" pitchFamily="18" charset="0"/>
            </a:endParaRPr>
          </a:p>
          <a:p>
            <a:pPr algn="ctr"/>
            <a:endParaRPr lang="en-US" sz="2000" dirty="0">
              <a:solidFill>
                <a:srgbClr val="002060"/>
              </a:solidFill>
              <a:latin typeface="Times New Roman" panose="02020603050405020304" pitchFamily="18" charset="0"/>
              <a:cs typeface="Times New Roman" panose="02020603050405020304" pitchFamily="18" charset="0"/>
            </a:endParaRPr>
          </a:p>
          <a:p>
            <a:pPr algn="ctr"/>
            <a:endParaRPr lang="en-US" sz="2000" dirty="0">
              <a:solidFill>
                <a:srgbClr val="002060"/>
              </a:solidFill>
              <a:latin typeface="Times New Roman" panose="02020603050405020304" pitchFamily="18" charset="0"/>
              <a:cs typeface="Times New Roman" panose="02020603050405020304" pitchFamily="18" charset="0"/>
            </a:endParaRPr>
          </a:p>
          <a:p>
            <a:pPr algn="ctr"/>
            <a:r>
              <a:rPr lang="en-US" sz="2400" b="1" dirty="0">
                <a:solidFill>
                  <a:srgbClr val="002060"/>
                </a:solidFill>
                <a:latin typeface="Times New Roman" panose="02020603050405020304" pitchFamily="18" charset="0"/>
                <a:cs typeface="Times New Roman" panose="02020603050405020304" pitchFamily="18" charset="0"/>
              </a:rPr>
              <a:t>Sangita </a:t>
            </a:r>
            <a:r>
              <a:rPr lang="en-US" sz="2400" b="1" dirty="0" err="1">
                <a:solidFill>
                  <a:srgbClr val="002060"/>
                </a:solidFill>
                <a:latin typeface="Times New Roman" panose="02020603050405020304" pitchFamily="18" charset="0"/>
                <a:cs typeface="Times New Roman" panose="02020603050405020304" pitchFamily="18" charset="0"/>
              </a:rPr>
              <a:t>Shivprakash</a:t>
            </a:r>
            <a:r>
              <a:rPr lang="en-US" sz="2400" b="1" dirty="0">
                <a:solidFill>
                  <a:srgbClr val="002060"/>
                </a:solidFill>
                <a:latin typeface="Times New Roman" panose="02020603050405020304" pitchFamily="18" charset="0"/>
                <a:cs typeface="Times New Roman" panose="02020603050405020304" pitchFamily="18" charset="0"/>
              </a:rPr>
              <a:t> </a:t>
            </a:r>
            <a:r>
              <a:rPr lang="en-US" sz="2400" b="1" dirty="0" err="1">
                <a:solidFill>
                  <a:srgbClr val="002060"/>
                </a:solidFill>
                <a:latin typeface="Times New Roman" panose="02020603050405020304" pitchFamily="18" charset="0"/>
                <a:cs typeface="Times New Roman" panose="02020603050405020304" pitchFamily="18" charset="0"/>
              </a:rPr>
              <a:t>Gurudatta</a:t>
            </a:r>
            <a:endParaRPr lang="en-US" sz="2400" b="1" dirty="0">
              <a:solidFill>
                <a:srgbClr val="002060"/>
              </a:solidFill>
              <a:latin typeface="Times New Roman" panose="02020603050405020304" pitchFamily="18" charset="0"/>
              <a:cs typeface="Times New Roman" panose="02020603050405020304" pitchFamily="18" charset="0"/>
            </a:endParaRPr>
          </a:p>
          <a:p>
            <a:pPr algn="ctr"/>
            <a:r>
              <a:rPr lang="en-US" b="1" dirty="0">
                <a:solidFill>
                  <a:srgbClr val="002060"/>
                </a:solidFill>
                <a:latin typeface="Times New Roman" panose="02020603050405020304" pitchFamily="18" charset="0"/>
                <a:cs typeface="Times New Roman" panose="02020603050405020304" pitchFamily="18" charset="0"/>
              </a:rPr>
              <a:t>251370680003</a:t>
            </a:r>
          </a:p>
          <a:p>
            <a:pPr algn="ctr"/>
            <a:endParaRPr lang="en-US" sz="2000" b="1" dirty="0">
              <a:solidFill>
                <a:srgbClr val="002060"/>
              </a:solidFill>
              <a:latin typeface="Times New Roman" panose="02020603050405020304" pitchFamily="18" charset="0"/>
              <a:cs typeface="Times New Roman" panose="02020603050405020304" pitchFamily="18" charset="0"/>
            </a:endParaRPr>
          </a:p>
        </p:txBody>
      </p:sp>
      <p:sp>
        <p:nvSpPr>
          <p:cNvPr id="12" name="TextBox 11"/>
          <p:cNvSpPr txBox="1"/>
          <p:nvPr/>
        </p:nvSpPr>
        <p:spPr>
          <a:xfrm>
            <a:off x="248194" y="5746627"/>
            <a:ext cx="3799071" cy="923330"/>
          </a:xfrm>
          <a:prstGeom prst="rect">
            <a:avLst/>
          </a:prstGeom>
          <a:noFill/>
        </p:spPr>
        <p:txBody>
          <a:bodyPr wrap="square" rtlCol="0">
            <a:spAutoFit/>
          </a:bodyPr>
          <a:lstStyle/>
          <a:p>
            <a:r>
              <a:rPr lang="en-IN" b="1" dirty="0">
                <a:solidFill>
                  <a:schemeClr val="accent1">
                    <a:lumMod val="50000"/>
                  </a:schemeClr>
                </a:solidFill>
                <a:latin typeface="Times New Roman" panose="02020603050405020304" pitchFamily="18" charset="0"/>
                <a:cs typeface="Times New Roman" panose="02020603050405020304" pitchFamily="18" charset="0"/>
              </a:rPr>
              <a:t>Internal Guide: </a:t>
            </a:r>
            <a:r>
              <a:rPr lang="en-US" sz="1600" b="1" dirty="0" err="1">
                <a:solidFill>
                  <a:srgbClr val="002060"/>
                </a:solidFill>
                <a:latin typeface="Times New Roman" panose="02020603050405020304" pitchFamily="18" charset="0"/>
                <a:cs typeface="Times New Roman" panose="02020603050405020304" pitchFamily="18" charset="0"/>
              </a:rPr>
              <a:t>Prof.Mahesh</a:t>
            </a:r>
            <a:r>
              <a:rPr lang="en-US" sz="1600" b="1" dirty="0">
                <a:solidFill>
                  <a:srgbClr val="002060"/>
                </a:solidFill>
                <a:latin typeface="Times New Roman" panose="02020603050405020304" pitchFamily="18" charset="0"/>
                <a:cs typeface="Times New Roman" panose="02020603050405020304" pitchFamily="18" charset="0"/>
              </a:rPr>
              <a:t> Panchal</a:t>
            </a:r>
            <a:endParaRPr lang="en-IN" sz="1600" dirty="0">
              <a:latin typeface="Times New Roman" panose="02020603050405020304" pitchFamily="18" charset="0"/>
              <a:cs typeface="Times New Roman" panose="02020603050405020304" pitchFamily="18" charset="0"/>
            </a:endParaRPr>
          </a:p>
          <a:p>
            <a:endParaRPr lang="en-IN" b="1" dirty="0">
              <a:solidFill>
                <a:schemeClr val="accent1">
                  <a:lumMod val="50000"/>
                </a:schemeClr>
              </a:solidFill>
              <a:latin typeface="Times New Roman" panose="02020603050405020304" pitchFamily="18" charset="0"/>
              <a:cs typeface="Times New Roman" panose="02020603050405020304" pitchFamily="18" charset="0"/>
            </a:endParaRPr>
          </a:p>
          <a:p>
            <a:r>
              <a:rPr lang="en-US" b="1" dirty="0">
                <a:solidFill>
                  <a:schemeClr val="accent1">
                    <a:lumMod val="50000"/>
                  </a:schemeClr>
                </a:solidFill>
                <a:latin typeface="Times New Roman" panose="02020603050405020304" pitchFamily="18" charset="0"/>
                <a:cs typeface="Times New Roman" panose="02020603050405020304" pitchFamily="18" charset="0"/>
              </a:rPr>
              <a:t>Designation:</a:t>
            </a:r>
          </a:p>
        </p:txBody>
      </p:sp>
      <p:sp>
        <p:nvSpPr>
          <p:cNvPr id="3" name="Footer Placeholder 2"/>
          <p:cNvSpPr>
            <a:spLocks noGrp="1"/>
          </p:cNvSpPr>
          <p:nvPr>
            <p:ph type="ftr" sz="quarter" idx="11"/>
          </p:nvPr>
        </p:nvSpPr>
        <p:spPr/>
        <p:txBody>
          <a:bodyPr/>
          <a:lstStyle/>
          <a:p>
            <a:r>
              <a:rPr lang="en-US" dirty="0"/>
              <a:t>Academic Year 2025-26 , Semester-2</a:t>
            </a:r>
          </a:p>
        </p:txBody>
      </p:sp>
      <p:sp>
        <p:nvSpPr>
          <p:cNvPr id="4" name="Slide Number Placeholder 3"/>
          <p:cNvSpPr>
            <a:spLocks noGrp="1"/>
          </p:cNvSpPr>
          <p:nvPr>
            <p:ph type="sldNum" sz="quarter" idx="12"/>
          </p:nvPr>
        </p:nvSpPr>
        <p:spPr/>
        <p:txBody>
          <a:bodyPr/>
          <a:lstStyle/>
          <a:p>
            <a:fld id="{0A3747BB-4598-4E25-9E38-971C52AEC84E}" type="slidenum">
              <a:rPr lang="en-US" smtClean="0"/>
              <a:pPr/>
              <a:t>1</a:t>
            </a:fld>
            <a:endParaRPr lang="en-US" dirty="0"/>
          </a:p>
        </p:txBody>
      </p:sp>
      <p:pic>
        <p:nvPicPr>
          <p:cNvPr id="10" name="Picture 9" descr="LogoTrans.png"/>
          <p:cNvPicPr>
            <a:picLocks noChangeAspect="1"/>
          </p:cNvPicPr>
          <p:nvPr/>
        </p:nvPicPr>
        <p:blipFill>
          <a:blip r:embed="rId3" cstate="print"/>
          <a:stretch>
            <a:fillRect/>
          </a:stretch>
        </p:blipFill>
        <p:spPr>
          <a:xfrm>
            <a:off x="0" y="161365"/>
            <a:ext cx="986118" cy="1021976"/>
          </a:xfrm>
          <a:prstGeom prst="rect">
            <a:avLst/>
          </a:prstGeom>
        </p:spPr>
      </p:pic>
    </p:spTree>
    <p:extLst>
      <p:ext uri="{BB962C8B-B14F-4D97-AF65-F5344CB8AC3E}">
        <p14:creationId xmlns:p14="http://schemas.microsoft.com/office/powerpoint/2010/main" val="3822380123"/>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8" name="Content Placeholder 7"/>
          <p:cNvGraphicFramePr>
            <a:graphicFrameLocks noGrp="1"/>
          </p:cNvGraphicFramePr>
          <p:nvPr>
            <p:ph idx="1"/>
            <p:extLst>
              <p:ext uri="{D42A27DB-BD31-4B8C-83A1-F6EECF244321}">
                <p14:modId xmlns:p14="http://schemas.microsoft.com/office/powerpoint/2010/main" val="3144723189"/>
              </p:ext>
            </p:extLst>
          </p:nvPr>
        </p:nvGraphicFramePr>
        <p:xfrm>
          <a:off x="248195" y="953589"/>
          <a:ext cx="8490856" cy="5428166"/>
        </p:xfrm>
        <a:graphic>
          <a:graphicData uri="http://schemas.openxmlformats.org/drawingml/2006/table">
            <a:tbl>
              <a:tblPr firstRow="1" bandRow="1">
                <a:tableStyleId>{5C22544A-7EE6-4342-B048-85BDC9FD1C3A}</a:tableStyleId>
              </a:tblPr>
              <a:tblGrid>
                <a:gridCol w="8490856">
                  <a:extLst>
                    <a:ext uri="{9D8B030D-6E8A-4147-A177-3AD203B41FA5}">
                      <a16:colId xmlns:a16="http://schemas.microsoft.com/office/drawing/2014/main" val="20000"/>
                    </a:ext>
                  </a:extLst>
                </a:gridCol>
              </a:tblGrid>
              <a:tr h="523196">
                <a:tc>
                  <a:txBody>
                    <a:bodyPr/>
                    <a:lstStyle/>
                    <a:p>
                      <a:pPr algn="ctr"/>
                      <a:endParaRPr lang="en-US" sz="2600" b="1" dirty="0">
                        <a:solidFill>
                          <a:schemeClr val="tx1"/>
                        </a:solidFill>
                        <a:latin typeface="Times New Roman" pitchFamily="18" charset="0"/>
                        <a:cs typeface="Times New Roman" pitchFamily="18" charset="0"/>
                      </a:endParaRPr>
                    </a:p>
                  </a:txBody>
                  <a:tcPr/>
                </a:tc>
                <a:extLst>
                  <a:ext uri="{0D108BD9-81ED-4DB2-BD59-A6C34878D82A}">
                    <a16:rowId xmlns:a16="http://schemas.microsoft.com/office/drawing/2014/main" val="10000"/>
                  </a:ext>
                </a:extLst>
              </a:tr>
              <a:tr h="490497">
                <a:tc>
                  <a:txBody>
                    <a:bodyPr/>
                    <a:lstStyle/>
                    <a:p>
                      <a:r>
                        <a:rPr lang="en-IN" sz="2400" b="1" dirty="0">
                          <a:solidFill>
                            <a:srgbClr val="002060"/>
                          </a:solidFill>
                          <a:latin typeface="Times New Roman" panose="02020603050405020304" pitchFamily="18" charset="0"/>
                          <a:cs typeface="Times New Roman" panose="02020603050405020304" pitchFamily="18" charset="0"/>
                        </a:rPr>
                        <a:t>Introduction</a:t>
                      </a:r>
                    </a:p>
                  </a:txBody>
                  <a:tcPr/>
                </a:tc>
                <a:extLst>
                  <a:ext uri="{0D108BD9-81ED-4DB2-BD59-A6C34878D82A}">
                    <a16:rowId xmlns:a16="http://schemas.microsoft.com/office/drawing/2014/main" val="10001"/>
                  </a:ext>
                </a:extLst>
              </a:tr>
              <a:tr h="490497">
                <a:tc>
                  <a:txBody>
                    <a:bodyPr/>
                    <a:lstStyle/>
                    <a:p>
                      <a:r>
                        <a:rPr lang="en-IN" sz="2400" b="1" dirty="0">
                          <a:solidFill>
                            <a:srgbClr val="002060"/>
                          </a:solidFill>
                          <a:latin typeface="Times New Roman" panose="02020603050405020304" pitchFamily="18" charset="0"/>
                          <a:cs typeface="Times New Roman" panose="02020603050405020304" pitchFamily="18" charset="0"/>
                        </a:rPr>
                        <a:t>Need of the Project</a:t>
                      </a:r>
                    </a:p>
                  </a:txBody>
                  <a:tcPr/>
                </a:tc>
                <a:extLst>
                  <a:ext uri="{0D108BD9-81ED-4DB2-BD59-A6C34878D82A}">
                    <a16:rowId xmlns:a16="http://schemas.microsoft.com/office/drawing/2014/main" val="10002"/>
                  </a:ext>
                </a:extLst>
              </a:tr>
              <a:tr h="490497">
                <a:tc>
                  <a:txBody>
                    <a:bodyPr/>
                    <a:lstStyle/>
                    <a:p>
                      <a:r>
                        <a:rPr lang="en-IN" sz="2400" b="1" dirty="0">
                          <a:solidFill>
                            <a:srgbClr val="002060"/>
                          </a:solidFill>
                          <a:latin typeface="Times New Roman" panose="02020603050405020304" pitchFamily="18" charset="0"/>
                          <a:cs typeface="Times New Roman" panose="02020603050405020304" pitchFamily="18" charset="0"/>
                        </a:rPr>
                        <a:t>Problem Statement</a:t>
                      </a:r>
                    </a:p>
                  </a:txBody>
                  <a:tcPr/>
                </a:tc>
                <a:extLst>
                  <a:ext uri="{0D108BD9-81ED-4DB2-BD59-A6C34878D82A}">
                    <a16:rowId xmlns:a16="http://schemas.microsoft.com/office/drawing/2014/main" val="10003"/>
                  </a:ext>
                </a:extLst>
              </a:tr>
              <a:tr h="490497">
                <a:tc>
                  <a:txBody>
                    <a:bodyPr/>
                    <a:lstStyle/>
                    <a:p>
                      <a:r>
                        <a:rPr lang="en-IN" sz="2400" b="1" dirty="0">
                          <a:solidFill>
                            <a:srgbClr val="002060"/>
                          </a:solidFill>
                          <a:latin typeface="Times New Roman" panose="02020603050405020304" pitchFamily="18" charset="0"/>
                          <a:cs typeface="Times New Roman" panose="02020603050405020304" pitchFamily="18" charset="0"/>
                        </a:rPr>
                        <a:t>Objectives</a:t>
                      </a:r>
                    </a:p>
                  </a:txBody>
                  <a:tcPr/>
                </a:tc>
                <a:extLst>
                  <a:ext uri="{0D108BD9-81ED-4DB2-BD59-A6C34878D82A}">
                    <a16:rowId xmlns:a16="http://schemas.microsoft.com/office/drawing/2014/main" val="10005"/>
                  </a:ext>
                </a:extLst>
              </a:tr>
              <a:tr h="490497">
                <a:tc>
                  <a:txBody>
                    <a:bodyPr/>
                    <a:lstStyle/>
                    <a:p>
                      <a:r>
                        <a:rPr lang="en-IN" sz="2400" b="1" dirty="0">
                          <a:solidFill>
                            <a:srgbClr val="002060"/>
                          </a:solidFill>
                          <a:latin typeface="Times New Roman" panose="02020603050405020304" pitchFamily="18" charset="0"/>
                          <a:cs typeface="Times New Roman" panose="02020603050405020304" pitchFamily="18" charset="0"/>
                        </a:rPr>
                        <a:t>Methodology</a:t>
                      </a:r>
                    </a:p>
                  </a:txBody>
                  <a:tcPr/>
                </a:tc>
                <a:extLst>
                  <a:ext uri="{0D108BD9-81ED-4DB2-BD59-A6C34878D82A}">
                    <a16:rowId xmlns:a16="http://schemas.microsoft.com/office/drawing/2014/main" val="10006"/>
                  </a:ext>
                </a:extLst>
              </a:tr>
              <a:tr h="490497">
                <a:tc>
                  <a:txBody>
                    <a:bodyPr/>
                    <a:lstStyle/>
                    <a:p>
                      <a:r>
                        <a:rPr lang="en-IN" sz="2400" b="1" dirty="0">
                          <a:solidFill>
                            <a:srgbClr val="002060"/>
                          </a:solidFill>
                          <a:latin typeface="Times New Roman" panose="02020603050405020304" pitchFamily="18" charset="0"/>
                          <a:cs typeface="Times New Roman" panose="02020603050405020304" pitchFamily="18" charset="0"/>
                        </a:rPr>
                        <a:t>Tools and Technologies</a:t>
                      </a:r>
                    </a:p>
                  </a:txBody>
                  <a:tcPr/>
                </a:tc>
                <a:extLst>
                  <a:ext uri="{0D108BD9-81ED-4DB2-BD59-A6C34878D82A}">
                    <a16:rowId xmlns:a16="http://schemas.microsoft.com/office/drawing/2014/main" val="10008"/>
                  </a:ext>
                </a:extLst>
              </a:tr>
              <a:tr h="490497">
                <a:tc>
                  <a:txBody>
                    <a:bodyPr/>
                    <a:lstStyle/>
                    <a:p>
                      <a:r>
                        <a:rPr lang="en-IN" sz="2400" b="1" dirty="0">
                          <a:solidFill>
                            <a:srgbClr val="002060"/>
                          </a:solidFill>
                          <a:latin typeface="Times New Roman" panose="02020603050405020304" pitchFamily="18" charset="0"/>
                          <a:cs typeface="Times New Roman" panose="02020603050405020304" pitchFamily="18" charset="0"/>
                        </a:rPr>
                        <a:t>Expected Outcome</a:t>
                      </a:r>
                    </a:p>
                  </a:txBody>
                  <a:tcPr/>
                </a:tc>
                <a:extLst>
                  <a:ext uri="{0D108BD9-81ED-4DB2-BD59-A6C34878D82A}">
                    <a16:rowId xmlns:a16="http://schemas.microsoft.com/office/drawing/2014/main" val="10009"/>
                  </a:ext>
                </a:extLst>
              </a:tr>
              <a:tr h="49049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sz="2400" b="1" dirty="0">
                          <a:solidFill>
                            <a:srgbClr val="002060"/>
                          </a:solidFill>
                          <a:latin typeface="Times New Roman" panose="02020603050405020304" pitchFamily="18" charset="0"/>
                          <a:cs typeface="Times New Roman" panose="02020603050405020304" pitchFamily="18" charset="0"/>
                        </a:rPr>
                        <a:t>Scope of the Project</a:t>
                      </a:r>
                    </a:p>
                  </a:txBody>
                  <a:tcPr/>
                </a:tc>
                <a:extLst>
                  <a:ext uri="{0D108BD9-81ED-4DB2-BD59-A6C34878D82A}">
                    <a16:rowId xmlns:a16="http://schemas.microsoft.com/office/drawing/2014/main" val="3221869713"/>
                  </a:ext>
                </a:extLst>
              </a:tr>
              <a:tr h="49049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sz="2400" b="1" dirty="0">
                          <a:solidFill>
                            <a:srgbClr val="002060"/>
                          </a:solidFill>
                          <a:latin typeface="Times New Roman" panose="02020603050405020304" pitchFamily="18" charset="0"/>
                          <a:cs typeface="Times New Roman" panose="02020603050405020304" pitchFamily="18" charset="0"/>
                        </a:rPr>
                        <a:t>Conclusion</a:t>
                      </a:r>
                    </a:p>
                  </a:txBody>
                  <a:tcPr/>
                </a:tc>
                <a:extLst>
                  <a:ext uri="{0D108BD9-81ED-4DB2-BD59-A6C34878D82A}">
                    <a16:rowId xmlns:a16="http://schemas.microsoft.com/office/drawing/2014/main" val="3354182191"/>
                  </a:ext>
                </a:extLst>
              </a:tr>
              <a:tr h="49049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sz="2400" b="1" dirty="0">
                          <a:solidFill>
                            <a:srgbClr val="002060"/>
                          </a:solidFill>
                          <a:latin typeface="Times New Roman" panose="02020603050405020304" pitchFamily="18" charset="0"/>
                          <a:cs typeface="Times New Roman" panose="02020603050405020304" pitchFamily="18" charset="0"/>
                        </a:rPr>
                        <a:t>References</a:t>
                      </a:r>
                    </a:p>
                  </a:txBody>
                  <a:tcPr/>
                </a:tc>
                <a:extLst>
                  <a:ext uri="{0D108BD9-81ED-4DB2-BD59-A6C34878D82A}">
                    <a16:rowId xmlns:a16="http://schemas.microsoft.com/office/drawing/2014/main" val="584470902"/>
                  </a:ext>
                </a:extLst>
              </a:tr>
            </a:tbl>
          </a:graphicData>
        </a:graphic>
      </p:graphicFrame>
      <p:sp>
        <p:nvSpPr>
          <p:cNvPr id="7" name="Rounded Rectangle 6"/>
          <p:cNvSpPr/>
          <p:nvPr/>
        </p:nvSpPr>
        <p:spPr>
          <a:xfrm>
            <a:off x="248194" y="182880"/>
            <a:ext cx="8490857" cy="770709"/>
          </a:xfrm>
          <a:prstGeom prst="roundRect">
            <a:avLst/>
          </a:prstGeom>
          <a:solidFill>
            <a:srgbClr val="00206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3600" b="1" dirty="0">
                <a:ln/>
                <a:solidFill>
                  <a:schemeClr val="bg1"/>
                </a:solidFill>
                <a:latin typeface="Times New Roman" panose="02020603050405020304" pitchFamily="18" charset="0"/>
                <a:ea typeface="+mj-ea"/>
                <a:cs typeface="Times New Roman" panose="02020603050405020304" pitchFamily="18" charset="0"/>
              </a:rPr>
              <a:t>Outline</a:t>
            </a:r>
            <a:r>
              <a:rPr lang="en-US" sz="2000" b="1" dirty="0">
                <a:ln/>
                <a:solidFill>
                  <a:schemeClr val="bg1"/>
                </a:solidFill>
                <a:latin typeface="Times New Roman" panose="02020603050405020304" pitchFamily="18" charset="0"/>
                <a:ea typeface="+mj-ea"/>
                <a:cs typeface="Times New Roman" panose="02020603050405020304" pitchFamily="18" charset="0"/>
              </a:rPr>
              <a:t> </a:t>
            </a:r>
          </a:p>
        </p:txBody>
      </p:sp>
      <p:sp>
        <p:nvSpPr>
          <p:cNvPr id="2" name="Footer Placeholder 1"/>
          <p:cNvSpPr>
            <a:spLocks noGrp="1"/>
          </p:cNvSpPr>
          <p:nvPr>
            <p:ph type="ftr" sz="quarter" idx="11"/>
          </p:nvPr>
        </p:nvSpPr>
        <p:spPr/>
        <p:txBody>
          <a:bodyPr/>
          <a:lstStyle/>
          <a:p>
            <a:r>
              <a:rPr lang="en-US" dirty="0"/>
              <a:t>Academic Year 2025-26 , Semester-2</a:t>
            </a:r>
          </a:p>
        </p:txBody>
      </p:sp>
      <p:sp>
        <p:nvSpPr>
          <p:cNvPr id="3" name="Slide Number Placeholder 2"/>
          <p:cNvSpPr>
            <a:spLocks noGrp="1"/>
          </p:cNvSpPr>
          <p:nvPr>
            <p:ph type="sldNum" sz="quarter" idx="12"/>
          </p:nvPr>
        </p:nvSpPr>
        <p:spPr/>
        <p:txBody>
          <a:bodyPr/>
          <a:lstStyle/>
          <a:p>
            <a:fld id="{0A3747BB-4598-4E25-9E38-971C52AEC84E}" type="slidenum">
              <a:rPr lang="en-US" smtClean="0"/>
              <a:pPr/>
              <a:t>2</a:t>
            </a:fld>
            <a:endParaRPr 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64397EB4-09D9-6BC5-C99E-5B1246AF29D8}"/>
              </a:ext>
            </a:extLst>
          </p:cNvPr>
          <p:cNvSpPr>
            <a:spLocks noGrp="1"/>
          </p:cNvSpPr>
          <p:nvPr>
            <p:ph idx="1"/>
          </p:nvPr>
        </p:nvSpPr>
        <p:spPr>
          <a:xfrm>
            <a:off x="628650" y="1359096"/>
            <a:ext cx="7886700" cy="2494448"/>
          </a:xfrm>
        </p:spPr>
        <p:txBody>
          <a:bodyPr>
            <a:noAutofit/>
          </a:bodyPr>
          <a:lstStyle/>
          <a:p>
            <a:pPr algn="just"/>
            <a:r>
              <a:rPr lang="en-US" dirty="0">
                <a:solidFill>
                  <a:srgbClr val="002060"/>
                </a:solidFill>
              </a:rPr>
              <a:t>Gold is one of the most trusted investment options in the world. Its price keeps changing due to many factors like currency value, inflation, and global market conditions. Because of this constant fluctuation, predicting gold prices is not easy.</a:t>
            </a:r>
          </a:p>
          <a:p>
            <a:pPr algn="just"/>
            <a:endParaRPr lang="en-US" dirty="0">
              <a:solidFill>
                <a:srgbClr val="002060"/>
              </a:solidFill>
            </a:endParaRPr>
          </a:p>
          <a:p>
            <a:pPr algn="just"/>
            <a:r>
              <a:rPr lang="en-US" dirty="0">
                <a:solidFill>
                  <a:srgbClr val="002060"/>
                </a:solidFill>
              </a:rPr>
              <a:t>In this project, we try to analyze past gold price data and use machine learning techniques to predict future prices. The aim is to build a smart and reliable prediction system.</a:t>
            </a:r>
          </a:p>
        </p:txBody>
      </p:sp>
      <p:sp>
        <p:nvSpPr>
          <p:cNvPr id="3" name="Title 2">
            <a:extLst>
              <a:ext uri="{FF2B5EF4-FFF2-40B4-BE49-F238E27FC236}">
                <a16:creationId xmlns:a16="http://schemas.microsoft.com/office/drawing/2014/main" id="{D830B2FD-DAD5-0293-707D-6E5C1356AC0C}"/>
              </a:ext>
            </a:extLst>
          </p:cNvPr>
          <p:cNvSpPr>
            <a:spLocks noGrp="1"/>
          </p:cNvSpPr>
          <p:nvPr>
            <p:ph type="title"/>
          </p:nvPr>
        </p:nvSpPr>
        <p:spPr>
          <a:xfrm>
            <a:off x="628650" y="365127"/>
            <a:ext cx="7886700" cy="707894"/>
          </a:xfrm>
        </p:spPr>
        <p:txBody>
          <a:bodyPr numCol="1">
            <a:normAutofit/>
          </a:bodyPr>
          <a:lstStyle/>
          <a:p>
            <a:r>
              <a:rPr lang="en-IN" dirty="0">
                <a:solidFill>
                  <a:srgbClr val="002060"/>
                </a:solidFill>
              </a:rPr>
              <a:t>Introduction</a:t>
            </a:r>
          </a:p>
        </p:txBody>
      </p:sp>
      <p:sp>
        <p:nvSpPr>
          <p:cNvPr id="4" name="Footer Placeholder 3">
            <a:extLst>
              <a:ext uri="{FF2B5EF4-FFF2-40B4-BE49-F238E27FC236}">
                <a16:creationId xmlns:a16="http://schemas.microsoft.com/office/drawing/2014/main" id="{DDCFE695-0733-264F-4611-507BA7831E20}"/>
              </a:ext>
            </a:extLst>
          </p:cNvPr>
          <p:cNvSpPr>
            <a:spLocks noGrp="1"/>
          </p:cNvSpPr>
          <p:nvPr>
            <p:ph type="ftr" sz="quarter" idx="11"/>
          </p:nvPr>
        </p:nvSpPr>
        <p:spPr/>
        <p:txBody>
          <a:bodyPr/>
          <a:lstStyle/>
          <a:p>
            <a:r>
              <a:rPr lang="en-US"/>
              <a:t>Academic Year 2020-21 , Semester-2</a:t>
            </a:r>
            <a:endParaRPr lang="en-US" dirty="0"/>
          </a:p>
        </p:txBody>
      </p:sp>
      <p:sp>
        <p:nvSpPr>
          <p:cNvPr id="5" name="Slide Number Placeholder 4">
            <a:extLst>
              <a:ext uri="{FF2B5EF4-FFF2-40B4-BE49-F238E27FC236}">
                <a16:creationId xmlns:a16="http://schemas.microsoft.com/office/drawing/2014/main" id="{86C9A26F-E3B4-0E45-0E7A-D3009DBAAEE6}"/>
              </a:ext>
            </a:extLst>
          </p:cNvPr>
          <p:cNvSpPr>
            <a:spLocks noGrp="1"/>
          </p:cNvSpPr>
          <p:nvPr>
            <p:ph type="sldNum" sz="quarter" idx="12"/>
          </p:nvPr>
        </p:nvSpPr>
        <p:spPr/>
        <p:txBody>
          <a:bodyPr/>
          <a:lstStyle/>
          <a:p>
            <a:fld id="{0A3747BB-4598-4E25-9E38-971C52AEC84E}" type="slidenum">
              <a:rPr lang="en-US" smtClean="0"/>
              <a:pPr/>
              <a:t>3</a:t>
            </a:fld>
            <a:endParaRPr lang="en-US" dirty="0"/>
          </a:p>
        </p:txBody>
      </p:sp>
    </p:spTree>
    <p:extLst>
      <p:ext uri="{BB962C8B-B14F-4D97-AF65-F5344CB8AC3E}">
        <p14:creationId xmlns:p14="http://schemas.microsoft.com/office/powerpoint/2010/main" val="266431230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F9941ADE-5525-1C4B-D7B4-A2A62E098057}"/>
              </a:ext>
            </a:extLst>
          </p:cNvPr>
          <p:cNvSpPr>
            <a:spLocks noGrp="1"/>
          </p:cNvSpPr>
          <p:nvPr>
            <p:ph idx="1"/>
          </p:nvPr>
        </p:nvSpPr>
        <p:spPr>
          <a:xfrm>
            <a:off x="628650" y="1359095"/>
            <a:ext cx="7886700" cy="2662399"/>
          </a:xfrm>
        </p:spPr>
        <p:txBody>
          <a:bodyPr/>
          <a:lstStyle/>
          <a:p>
            <a:r>
              <a:rPr lang="en-US" dirty="0">
                <a:solidFill>
                  <a:srgbClr val="002060"/>
                </a:solidFill>
              </a:rPr>
              <a:t>Gold price prediction is useful for:</a:t>
            </a:r>
          </a:p>
          <a:p>
            <a:r>
              <a:rPr lang="en-US" dirty="0">
                <a:solidFill>
                  <a:srgbClr val="002060"/>
                </a:solidFill>
              </a:rPr>
              <a:t>Investors</a:t>
            </a:r>
          </a:p>
          <a:p>
            <a:r>
              <a:rPr lang="en-US" dirty="0">
                <a:solidFill>
                  <a:srgbClr val="002060"/>
                </a:solidFill>
              </a:rPr>
              <a:t>Traders</a:t>
            </a:r>
          </a:p>
          <a:p>
            <a:r>
              <a:rPr lang="en-US" dirty="0">
                <a:solidFill>
                  <a:srgbClr val="002060"/>
                </a:solidFill>
              </a:rPr>
              <a:t>Financial analysts</a:t>
            </a:r>
          </a:p>
          <a:p>
            <a:r>
              <a:rPr lang="en-US" dirty="0">
                <a:solidFill>
                  <a:srgbClr val="002060"/>
                </a:solidFill>
              </a:rPr>
              <a:t>Banks</a:t>
            </a:r>
          </a:p>
          <a:p>
            <a:pPr algn="just"/>
            <a:r>
              <a:rPr lang="en-US" dirty="0">
                <a:solidFill>
                  <a:srgbClr val="002060"/>
                </a:solidFill>
              </a:rPr>
              <a:t>Traditional methods are not always accurate because financial data is complex. So, machine learning models are used to improve prediction accuracy</a:t>
            </a:r>
            <a:r>
              <a:rPr lang="en-US" dirty="0">
                <a:solidFill>
                  <a:schemeClr val="accent1">
                    <a:lumMod val="50000"/>
                  </a:schemeClr>
                </a:solidFill>
              </a:rPr>
              <a:t>.</a:t>
            </a:r>
          </a:p>
          <a:p>
            <a:endParaRPr lang="en-IN" dirty="0"/>
          </a:p>
        </p:txBody>
      </p:sp>
      <p:sp>
        <p:nvSpPr>
          <p:cNvPr id="3" name="Title 2">
            <a:extLst>
              <a:ext uri="{FF2B5EF4-FFF2-40B4-BE49-F238E27FC236}">
                <a16:creationId xmlns:a16="http://schemas.microsoft.com/office/drawing/2014/main" id="{35824777-082A-7563-52A3-55CCFCBB0A6E}"/>
              </a:ext>
            </a:extLst>
          </p:cNvPr>
          <p:cNvSpPr>
            <a:spLocks noGrp="1"/>
          </p:cNvSpPr>
          <p:nvPr>
            <p:ph type="title"/>
          </p:nvPr>
        </p:nvSpPr>
        <p:spPr>
          <a:xfrm>
            <a:off x="628650" y="365127"/>
            <a:ext cx="7886700" cy="707894"/>
          </a:xfrm>
        </p:spPr>
        <p:txBody>
          <a:bodyPr numCol="3">
            <a:normAutofit/>
          </a:bodyPr>
          <a:lstStyle/>
          <a:p>
            <a:r>
              <a:rPr lang="en-IN" dirty="0">
                <a:solidFill>
                  <a:srgbClr val="002060"/>
                </a:solidFill>
              </a:rPr>
              <a:t>Need of the Project</a:t>
            </a:r>
            <a:br>
              <a:rPr lang="en-IN" dirty="0"/>
            </a:br>
            <a:endParaRPr lang="en-IN" dirty="0"/>
          </a:p>
        </p:txBody>
      </p:sp>
      <p:sp>
        <p:nvSpPr>
          <p:cNvPr id="4" name="Footer Placeholder 3">
            <a:extLst>
              <a:ext uri="{FF2B5EF4-FFF2-40B4-BE49-F238E27FC236}">
                <a16:creationId xmlns:a16="http://schemas.microsoft.com/office/drawing/2014/main" id="{28E9F038-5E69-0AEE-E3CD-3D7554C3E21A}"/>
              </a:ext>
            </a:extLst>
          </p:cNvPr>
          <p:cNvSpPr>
            <a:spLocks noGrp="1"/>
          </p:cNvSpPr>
          <p:nvPr>
            <p:ph type="ftr" sz="quarter" idx="11"/>
          </p:nvPr>
        </p:nvSpPr>
        <p:spPr/>
        <p:txBody>
          <a:bodyPr/>
          <a:lstStyle/>
          <a:p>
            <a:r>
              <a:rPr lang="en-US"/>
              <a:t>Academic Year 2020-21 , Semester-2</a:t>
            </a:r>
            <a:endParaRPr lang="en-US" dirty="0"/>
          </a:p>
        </p:txBody>
      </p:sp>
      <p:sp>
        <p:nvSpPr>
          <p:cNvPr id="5" name="Slide Number Placeholder 4">
            <a:extLst>
              <a:ext uri="{FF2B5EF4-FFF2-40B4-BE49-F238E27FC236}">
                <a16:creationId xmlns:a16="http://schemas.microsoft.com/office/drawing/2014/main" id="{F939E4D5-0A2D-470E-43D8-7EAF72EF6CC3}"/>
              </a:ext>
            </a:extLst>
          </p:cNvPr>
          <p:cNvSpPr>
            <a:spLocks noGrp="1"/>
          </p:cNvSpPr>
          <p:nvPr>
            <p:ph type="sldNum" sz="quarter" idx="12"/>
          </p:nvPr>
        </p:nvSpPr>
        <p:spPr/>
        <p:txBody>
          <a:bodyPr/>
          <a:lstStyle/>
          <a:p>
            <a:fld id="{0A3747BB-4598-4E25-9E38-971C52AEC84E}" type="slidenum">
              <a:rPr lang="en-US" smtClean="0"/>
              <a:pPr/>
              <a:t>4</a:t>
            </a:fld>
            <a:endParaRPr lang="en-US" dirty="0"/>
          </a:p>
        </p:txBody>
      </p:sp>
    </p:spTree>
    <p:extLst>
      <p:ext uri="{BB962C8B-B14F-4D97-AF65-F5344CB8AC3E}">
        <p14:creationId xmlns:p14="http://schemas.microsoft.com/office/powerpoint/2010/main" val="175208549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BE5B7853-AE87-16B8-88C3-5A44290475FF}"/>
              </a:ext>
            </a:extLst>
          </p:cNvPr>
          <p:cNvSpPr>
            <a:spLocks noGrp="1"/>
          </p:cNvSpPr>
          <p:nvPr>
            <p:ph idx="1"/>
          </p:nvPr>
        </p:nvSpPr>
        <p:spPr>
          <a:xfrm>
            <a:off x="628650" y="1825625"/>
            <a:ext cx="7886700" cy="2046579"/>
          </a:xfrm>
        </p:spPr>
        <p:txBody>
          <a:bodyPr>
            <a:normAutofit/>
          </a:bodyPr>
          <a:lstStyle/>
          <a:p>
            <a:pPr algn="just"/>
            <a:r>
              <a:rPr lang="en-US" sz="1900" dirty="0">
                <a:solidFill>
                  <a:schemeClr val="accent1">
                    <a:lumMod val="50000"/>
                  </a:schemeClr>
                </a:solidFill>
              </a:rPr>
              <a:t>Gold prices change frequently and depend on many economic factors. It is difficult to predict future prices using simple mathematical formulas.</a:t>
            </a:r>
          </a:p>
          <a:p>
            <a:pPr algn="just"/>
            <a:endParaRPr lang="en-US" sz="1900" dirty="0">
              <a:solidFill>
                <a:schemeClr val="accent1">
                  <a:lumMod val="50000"/>
                </a:schemeClr>
              </a:solidFill>
            </a:endParaRPr>
          </a:p>
          <a:p>
            <a:pPr algn="just"/>
            <a:r>
              <a:rPr lang="en-US" sz="1900" dirty="0">
                <a:solidFill>
                  <a:schemeClr val="accent1">
                    <a:lumMod val="50000"/>
                  </a:schemeClr>
                </a:solidFill>
              </a:rPr>
              <a:t>Therefore, this project aims to develop a machine learning model that can analyze past trends and predict future gold price movements with better accuracy.</a:t>
            </a:r>
          </a:p>
          <a:p>
            <a:endParaRPr lang="en-IN" dirty="0"/>
          </a:p>
        </p:txBody>
      </p:sp>
      <p:sp>
        <p:nvSpPr>
          <p:cNvPr id="3" name="Title 2">
            <a:extLst>
              <a:ext uri="{FF2B5EF4-FFF2-40B4-BE49-F238E27FC236}">
                <a16:creationId xmlns:a16="http://schemas.microsoft.com/office/drawing/2014/main" id="{E888F333-87A7-48EF-CC1B-C10164EC3411}"/>
              </a:ext>
            </a:extLst>
          </p:cNvPr>
          <p:cNvSpPr>
            <a:spLocks noGrp="1"/>
          </p:cNvSpPr>
          <p:nvPr>
            <p:ph type="title"/>
          </p:nvPr>
        </p:nvSpPr>
        <p:spPr>
          <a:xfrm>
            <a:off x="554005" y="354563"/>
            <a:ext cx="7886700" cy="755781"/>
          </a:xfrm>
        </p:spPr>
        <p:txBody>
          <a:bodyPr numCol="2">
            <a:normAutofit fontScale="90000"/>
          </a:bodyPr>
          <a:lstStyle/>
          <a:p>
            <a:r>
              <a:rPr lang="en-IN" dirty="0"/>
              <a:t>Problem Statement</a:t>
            </a:r>
            <a:br>
              <a:rPr lang="en-IN" dirty="0"/>
            </a:br>
            <a:endParaRPr lang="en-IN" dirty="0"/>
          </a:p>
        </p:txBody>
      </p:sp>
      <p:sp>
        <p:nvSpPr>
          <p:cNvPr id="4" name="Footer Placeholder 3">
            <a:extLst>
              <a:ext uri="{FF2B5EF4-FFF2-40B4-BE49-F238E27FC236}">
                <a16:creationId xmlns:a16="http://schemas.microsoft.com/office/drawing/2014/main" id="{26173C47-775C-6CB5-CDB0-756BF7D78C32}"/>
              </a:ext>
            </a:extLst>
          </p:cNvPr>
          <p:cNvSpPr>
            <a:spLocks noGrp="1"/>
          </p:cNvSpPr>
          <p:nvPr>
            <p:ph type="ftr" sz="quarter" idx="11"/>
          </p:nvPr>
        </p:nvSpPr>
        <p:spPr/>
        <p:txBody>
          <a:bodyPr/>
          <a:lstStyle/>
          <a:p>
            <a:r>
              <a:rPr lang="en-US"/>
              <a:t>Academic Year 2020-21 , Semester-2</a:t>
            </a:r>
            <a:endParaRPr lang="en-US" dirty="0"/>
          </a:p>
        </p:txBody>
      </p:sp>
      <p:sp>
        <p:nvSpPr>
          <p:cNvPr id="5" name="Slide Number Placeholder 4">
            <a:extLst>
              <a:ext uri="{FF2B5EF4-FFF2-40B4-BE49-F238E27FC236}">
                <a16:creationId xmlns:a16="http://schemas.microsoft.com/office/drawing/2014/main" id="{8B1B2544-8C8B-69C4-B52E-8D8FD5E616FD}"/>
              </a:ext>
            </a:extLst>
          </p:cNvPr>
          <p:cNvSpPr>
            <a:spLocks noGrp="1"/>
          </p:cNvSpPr>
          <p:nvPr>
            <p:ph type="sldNum" sz="quarter" idx="12"/>
          </p:nvPr>
        </p:nvSpPr>
        <p:spPr/>
        <p:txBody>
          <a:bodyPr/>
          <a:lstStyle/>
          <a:p>
            <a:fld id="{0A3747BB-4598-4E25-9E38-971C52AEC84E}" type="slidenum">
              <a:rPr lang="en-US" smtClean="0"/>
              <a:pPr/>
              <a:t>5</a:t>
            </a:fld>
            <a:endParaRPr lang="en-US" dirty="0"/>
          </a:p>
        </p:txBody>
      </p:sp>
    </p:spTree>
    <p:extLst>
      <p:ext uri="{BB962C8B-B14F-4D97-AF65-F5344CB8AC3E}">
        <p14:creationId xmlns:p14="http://schemas.microsoft.com/office/powerpoint/2010/main" val="250388386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8B5555DB-FD4C-1F47-C802-8BE94A8DB038}"/>
              </a:ext>
            </a:extLst>
          </p:cNvPr>
          <p:cNvSpPr>
            <a:spLocks noGrp="1"/>
          </p:cNvSpPr>
          <p:nvPr>
            <p:ph idx="1"/>
          </p:nvPr>
        </p:nvSpPr>
        <p:spPr>
          <a:xfrm>
            <a:off x="628650" y="1382421"/>
            <a:ext cx="7886700" cy="2046579"/>
          </a:xfrm>
        </p:spPr>
        <p:txBody>
          <a:bodyPr/>
          <a:lstStyle/>
          <a:p>
            <a:r>
              <a:rPr lang="en-US" dirty="0">
                <a:solidFill>
                  <a:srgbClr val="002060"/>
                </a:solidFill>
              </a:rPr>
              <a:t>To collect and study historical gold price data.</a:t>
            </a:r>
          </a:p>
          <a:p>
            <a:r>
              <a:rPr lang="en-US" dirty="0">
                <a:solidFill>
                  <a:srgbClr val="002060"/>
                </a:solidFill>
              </a:rPr>
              <a:t>To analyze trends and patterns in the data.</a:t>
            </a:r>
          </a:p>
          <a:p>
            <a:r>
              <a:rPr lang="en-US" dirty="0">
                <a:solidFill>
                  <a:srgbClr val="002060"/>
                </a:solidFill>
              </a:rPr>
              <a:t>To apply machine learning algorithms for prediction.</a:t>
            </a:r>
          </a:p>
          <a:p>
            <a:r>
              <a:rPr lang="en-US" dirty="0">
                <a:solidFill>
                  <a:srgbClr val="002060"/>
                </a:solidFill>
              </a:rPr>
              <a:t>To compare different models and find the best one.</a:t>
            </a:r>
          </a:p>
          <a:p>
            <a:r>
              <a:rPr lang="en-US" dirty="0">
                <a:solidFill>
                  <a:srgbClr val="002060"/>
                </a:solidFill>
              </a:rPr>
              <a:t>To measure performance using R² and error values.</a:t>
            </a:r>
          </a:p>
          <a:p>
            <a:endParaRPr lang="en-IN" dirty="0"/>
          </a:p>
        </p:txBody>
      </p:sp>
      <p:sp>
        <p:nvSpPr>
          <p:cNvPr id="3" name="Title 2">
            <a:extLst>
              <a:ext uri="{FF2B5EF4-FFF2-40B4-BE49-F238E27FC236}">
                <a16:creationId xmlns:a16="http://schemas.microsoft.com/office/drawing/2014/main" id="{FA8BFDD4-6941-4C3E-32A3-F0194B789294}"/>
              </a:ext>
            </a:extLst>
          </p:cNvPr>
          <p:cNvSpPr>
            <a:spLocks noGrp="1"/>
          </p:cNvSpPr>
          <p:nvPr>
            <p:ph type="title"/>
          </p:nvPr>
        </p:nvSpPr>
        <p:spPr>
          <a:xfrm>
            <a:off x="628650" y="365127"/>
            <a:ext cx="7886700" cy="549274"/>
          </a:xfrm>
        </p:spPr>
        <p:txBody>
          <a:bodyPr numCol="2">
            <a:normAutofit fontScale="90000"/>
          </a:bodyPr>
          <a:lstStyle/>
          <a:p>
            <a:r>
              <a:rPr lang="en-IN" dirty="0">
                <a:solidFill>
                  <a:srgbClr val="002060"/>
                </a:solidFill>
              </a:rPr>
              <a:t>Objectives</a:t>
            </a:r>
            <a:br>
              <a:rPr lang="en-IN" dirty="0"/>
            </a:br>
            <a:endParaRPr lang="en-IN" dirty="0"/>
          </a:p>
        </p:txBody>
      </p:sp>
      <p:sp>
        <p:nvSpPr>
          <p:cNvPr id="4" name="Footer Placeholder 3">
            <a:extLst>
              <a:ext uri="{FF2B5EF4-FFF2-40B4-BE49-F238E27FC236}">
                <a16:creationId xmlns:a16="http://schemas.microsoft.com/office/drawing/2014/main" id="{C91E93C3-B1E8-B58A-A0EC-6CD9246F7CC4}"/>
              </a:ext>
            </a:extLst>
          </p:cNvPr>
          <p:cNvSpPr>
            <a:spLocks noGrp="1"/>
          </p:cNvSpPr>
          <p:nvPr>
            <p:ph type="ftr" sz="quarter" idx="11"/>
          </p:nvPr>
        </p:nvSpPr>
        <p:spPr/>
        <p:txBody>
          <a:bodyPr/>
          <a:lstStyle/>
          <a:p>
            <a:r>
              <a:rPr lang="en-US"/>
              <a:t>Academic Year 2020-21 , Semester-2</a:t>
            </a:r>
            <a:endParaRPr lang="en-US" dirty="0"/>
          </a:p>
        </p:txBody>
      </p:sp>
      <p:sp>
        <p:nvSpPr>
          <p:cNvPr id="5" name="Slide Number Placeholder 4">
            <a:extLst>
              <a:ext uri="{FF2B5EF4-FFF2-40B4-BE49-F238E27FC236}">
                <a16:creationId xmlns:a16="http://schemas.microsoft.com/office/drawing/2014/main" id="{7C9E9E47-3D87-EB8D-89EE-18661E2B2A19}"/>
              </a:ext>
            </a:extLst>
          </p:cNvPr>
          <p:cNvSpPr>
            <a:spLocks noGrp="1"/>
          </p:cNvSpPr>
          <p:nvPr>
            <p:ph type="sldNum" sz="quarter" idx="12"/>
          </p:nvPr>
        </p:nvSpPr>
        <p:spPr/>
        <p:txBody>
          <a:bodyPr/>
          <a:lstStyle/>
          <a:p>
            <a:fld id="{0A3747BB-4598-4E25-9E38-971C52AEC84E}" type="slidenum">
              <a:rPr lang="en-US" smtClean="0"/>
              <a:pPr/>
              <a:t>6</a:t>
            </a:fld>
            <a:endParaRPr lang="en-US" dirty="0"/>
          </a:p>
        </p:txBody>
      </p:sp>
    </p:spTree>
    <p:extLst>
      <p:ext uri="{BB962C8B-B14F-4D97-AF65-F5344CB8AC3E}">
        <p14:creationId xmlns:p14="http://schemas.microsoft.com/office/powerpoint/2010/main" val="2196793442"/>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F86765AB-433D-D02F-3712-5FBCC576CB40}"/>
              </a:ext>
            </a:extLst>
          </p:cNvPr>
          <p:cNvSpPr>
            <a:spLocks noGrp="1"/>
          </p:cNvSpPr>
          <p:nvPr>
            <p:ph idx="1"/>
          </p:nvPr>
        </p:nvSpPr>
        <p:spPr/>
        <p:txBody>
          <a:bodyPr>
            <a:normAutofit fontScale="25000" lnSpcReduction="20000"/>
          </a:bodyPr>
          <a:lstStyle/>
          <a:p>
            <a:r>
              <a:rPr lang="en-IN" sz="7200" dirty="0">
                <a:solidFill>
                  <a:srgbClr val="002060"/>
                </a:solidFill>
              </a:rPr>
              <a:t>The project will follow these steps:</a:t>
            </a:r>
          </a:p>
          <a:p>
            <a:endParaRPr lang="en-IN" sz="7200" dirty="0">
              <a:solidFill>
                <a:srgbClr val="002060"/>
              </a:solidFill>
            </a:endParaRPr>
          </a:p>
          <a:p>
            <a:r>
              <a:rPr lang="en-IN" sz="7200" b="1" dirty="0">
                <a:solidFill>
                  <a:srgbClr val="002060"/>
                </a:solidFill>
              </a:rPr>
              <a:t>Step 1: Data Collection</a:t>
            </a:r>
          </a:p>
          <a:p>
            <a:r>
              <a:rPr lang="en-IN" sz="7200" dirty="0">
                <a:solidFill>
                  <a:srgbClr val="002060"/>
                </a:solidFill>
              </a:rPr>
              <a:t>Gold price dataset will be collected from an online source.</a:t>
            </a:r>
          </a:p>
          <a:p>
            <a:endParaRPr lang="en-IN" sz="7200" dirty="0">
              <a:solidFill>
                <a:srgbClr val="002060"/>
              </a:solidFill>
            </a:endParaRPr>
          </a:p>
          <a:p>
            <a:r>
              <a:rPr lang="en-IN" sz="7200" b="1" dirty="0">
                <a:solidFill>
                  <a:srgbClr val="002060"/>
                </a:solidFill>
              </a:rPr>
              <a:t>Step 2: Data Preprocessing</a:t>
            </a:r>
          </a:p>
          <a:p>
            <a:r>
              <a:rPr lang="en-IN" sz="7200" dirty="0">
                <a:solidFill>
                  <a:srgbClr val="002060"/>
                </a:solidFill>
              </a:rPr>
              <a:t>Convert date format</a:t>
            </a:r>
          </a:p>
          <a:p>
            <a:r>
              <a:rPr lang="en-IN" sz="7200" dirty="0">
                <a:solidFill>
                  <a:srgbClr val="002060"/>
                </a:solidFill>
              </a:rPr>
              <a:t>Handle missing values</a:t>
            </a:r>
          </a:p>
          <a:p>
            <a:r>
              <a:rPr lang="en-IN" sz="7200" dirty="0">
                <a:solidFill>
                  <a:srgbClr val="002060"/>
                </a:solidFill>
              </a:rPr>
              <a:t>Perform feature scaling</a:t>
            </a:r>
          </a:p>
          <a:p>
            <a:endParaRPr lang="en-IN" sz="7200" dirty="0">
              <a:solidFill>
                <a:srgbClr val="002060"/>
              </a:solidFill>
            </a:endParaRPr>
          </a:p>
          <a:p>
            <a:r>
              <a:rPr lang="en-IN" sz="7200" b="1" dirty="0">
                <a:solidFill>
                  <a:srgbClr val="002060"/>
                </a:solidFill>
              </a:rPr>
              <a:t>Step 3: Data Analysis</a:t>
            </a:r>
          </a:p>
          <a:p>
            <a:r>
              <a:rPr lang="en-IN" sz="7200" dirty="0">
                <a:solidFill>
                  <a:srgbClr val="002060"/>
                </a:solidFill>
              </a:rPr>
              <a:t>Plot graphs to understand trends</a:t>
            </a:r>
          </a:p>
          <a:p>
            <a:r>
              <a:rPr lang="en-IN" sz="7200" dirty="0">
                <a:solidFill>
                  <a:srgbClr val="002060"/>
                </a:solidFill>
              </a:rPr>
              <a:t>Create correlation heatmap</a:t>
            </a:r>
          </a:p>
          <a:p>
            <a:r>
              <a:rPr lang="en-IN" sz="7200" dirty="0">
                <a:solidFill>
                  <a:srgbClr val="002060"/>
                </a:solidFill>
              </a:rPr>
              <a:t>Check skewness and distribution</a:t>
            </a:r>
          </a:p>
        </p:txBody>
      </p:sp>
      <p:sp>
        <p:nvSpPr>
          <p:cNvPr id="3" name="Title 2">
            <a:extLst>
              <a:ext uri="{FF2B5EF4-FFF2-40B4-BE49-F238E27FC236}">
                <a16:creationId xmlns:a16="http://schemas.microsoft.com/office/drawing/2014/main" id="{6DB09E1D-CFA5-5951-92D2-FEA7265CC20D}"/>
              </a:ext>
            </a:extLst>
          </p:cNvPr>
          <p:cNvSpPr>
            <a:spLocks noGrp="1"/>
          </p:cNvSpPr>
          <p:nvPr>
            <p:ph type="title"/>
          </p:nvPr>
        </p:nvSpPr>
        <p:spPr>
          <a:xfrm>
            <a:off x="628650" y="365126"/>
            <a:ext cx="7886700" cy="679903"/>
          </a:xfrm>
        </p:spPr>
        <p:txBody>
          <a:bodyPr numCol="2">
            <a:normAutofit/>
          </a:bodyPr>
          <a:lstStyle/>
          <a:p>
            <a:r>
              <a:rPr lang="en-IN" dirty="0">
                <a:solidFill>
                  <a:srgbClr val="002060"/>
                </a:solidFill>
              </a:rPr>
              <a:t>Methodology</a:t>
            </a:r>
            <a:br>
              <a:rPr lang="en-IN" dirty="0"/>
            </a:br>
            <a:endParaRPr lang="en-IN" dirty="0"/>
          </a:p>
        </p:txBody>
      </p:sp>
      <p:sp>
        <p:nvSpPr>
          <p:cNvPr id="4" name="Footer Placeholder 3">
            <a:extLst>
              <a:ext uri="{FF2B5EF4-FFF2-40B4-BE49-F238E27FC236}">
                <a16:creationId xmlns:a16="http://schemas.microsoft.com/office/drawing/2014/main" id="{6EFAD06F-774D-29B2-A504-4CC414B6DDDF}"/>
              </a:ext>
            </a:extLst>
          </p:cNvPr>
          <p:cNvSpPr>
            <a:spLocks noGrp="1"/>
          </p:cNvSpPr>
          <p:nvPr>
            <p:ph type="ftr" sz="quarter" idx="11"/>
          </p:nvPr>
        </p:nvSpPr>
        <p:spPr/>
        <p:txBody>
          <a:bodyPr/>
          <a:lstStyle/>
          <a:p>
            <a:r>
              <a:rPr lang="en-US" dirty="0"/>
              <a:t>Academic Year 2020-21 , Semester-2</a:t>
            </a:r>
          </a:p>
        </p:txBody>
      </p:sp>
      <p:sp>
        <p:nvSpPr>
          <p:cNvPr id="5" name="Slide Number Placeholder 4">
            <a:extLst>
              <a:ext uri="{FF2B5EF4-FFF2-40B4-BE49-F238E27FC236}">
                <a16:creationId xmlns:a16="http://schemas.microsoft.com/office/drawing/2014/main" id="{42121A1D-B6E9-C221-D97C-66F285B5AC1E}"/>
              </a:ext>
            </a:extLst>
          </p:cNvPr>
          <p:cNvSpPr>
            <a:spLocks noGrp="1"/>
          </p:cNvSpPr>
          <p:nvPr>
            <p:ph type="sldNum" sz="quarter" idx="12"/>
          </p:nvPr>
        </p:nvSpPr>
        <p:spPr/>
        <p:txBody>
          <a:bodyPr/>
          <a:lstStyle/>
          <a:p>
            <a:fld id="{0A3747BB-4598-4E25-9E38-971C52AEC84E}" type="slidenum">
              <a:rPr lang="en-US" smtClean="0"/>
              <a:pPr/>
              <a:t>7</a:t>
            </a:fld>
            <a:endParaRPr lang="en-US" dirty="0"/>
          </a:p>
        </p:txBody>
      </p:sp>
    </p:spTree>
    <p:extLst>
      <p:ext uri="{BB962C8B-B14F-4D97-AF65-F5344CB8AC3E}">
        <p14:creationId xmlns:p14="http://schemas.microsoft.com/office/powerpoint/2010/main" val="32196071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911FE3F4-6339-D351-BE80-D50620B9F90C}"/>
              </a:ext>
            </a:extLst>
          </p:cNvPr>
          <p:cNvSpPr>
            <a:spLocks noGrp="1"/>
          </p:cNvSpPr>
          <p:nvPr>
            <p:ph idx="1"/>
          </p:nvPr>
        </p:nvSpPr>
        <p:spPr>
          <a:xfrm>
            <a:off x="628650" y="1825625"/>
            <a:ext cx="7886700" cy="3194244"/>
          </a:xfrm>
        </p:spPr>
        <p:txBody>
          <a:bodyPr/>
          <a:lstStyle/>
          <a:p>
            <a:r>
              <a:rPr lang="en-IN" b="1" dirty="0">
                <a:solidFill>
                  <a:srgbClr val="002060"/>
                </a:solidFill>
              </a:rPr>
              <a:t>Step 4: Model Implementation</a:t>
            </a:r>
          </a:p>
          <a:p>
            <a:r>
              <a:rPr lang="en-IN" dirty="0">
                <a:solidFill>
                  <a:srgbClr val="002060"/>
                </a:solidFill>
              </a:rPr>
              <a:t>Random Forest Regression</a:t>
            </a:r>
          </a:p>
          <a:p>
            <a:r>
              <a:rPr lang="en-IN" dirty="0">
                <a:solidFill>
                  <a:srgbClr val="002060"/>
                </a:solidFill>
              </a:rPr>
              <a:t>Lasso Regression</a:t>
            </a:r>
          </a:p>
          <a:p>
            <a:r>
              <a:rPr lang="en-IN" dirty="0">
                <a:solidFill>
                  <a:srgbClr val="002060"/>
                </a:solidFill>
              </a:rPr>
              <a:t>Hyperparameter tuning using </a:t>
            </a:r>
            <a:r>
              <a:rPr lang="en-IN" dirty="0" err="1">
                <a:solidFill>
                  <a:srgbClr val="002060"/>
                </a:solidFill>
              </a:rPr>
              <a:t>GridSearch</a:t>
            </a:r>
            <a:endParaRPr lang="en-IN" dirty="0">
              <a:solidFill>
                <a:srgbClr val="002060"/>
              </a:solidFill>
            </a:endParaRPr>
          </a:p>
          <a:p>
            <a:endParaRPr lang="en-IN" dirty="0">
              <a:solidFill>
                <a:srgbClr val="002060"/>
              </a:solidFill>
            </a:endParaRPr>
          </a:p>
          <a:p>
            <a:r>
              <a:rPr lang="en-IN" b="1" dirty="0">
                <a:solidFill>
                  <a:srgbClr val="002060"/>
                </a:solidFill>
              </a:rPr>
              <a:t>Step 5: Model Evaluation</a:t>
            </a:r>
          </a:p>
          <a:p>
            <a:r>
              <a:rPr lang="en-IN" dirty="0">
                <a:solidFill>
                  <a:srgbClr val="002060"/>
                </a:solidFill>
              </a:rPr>
              <a:t>R² Score</a:t>
            </a:r>
          </a:p>
          <a:p>
            <a:r>
              <a:rPr lang="en-IN" dirty="0">
                <a:solidFill>
                  <a:srgbClr val="002060"/>
                </a:solidFill>
              </a:rPr>
              <a:t>Mean Squared Error</a:t>
            </a:r>
          </a:p>
          <a:p>
            <a:endParaRPr lang="en-IN" dirty="0"/>
          </a:p>
        </p:txBody>
      </p:sp>
      <p:sp>
        <p:nvSpPr>
          <p:cNvPr id="4" name="Footer Placeholder 3">
            <a:extLst>
              <a:ext uri="{FF2B5EF4-FFF2-40B4-BE49-F238E27FC236}">
                <a16:creationId xmlns:a16="http://schemas.microsoft.com/office/drawing/2014/main" id="{5A4DE194-8712-D2BB-BB6E-5852288029FA}"/>
              </a:ext>
            </a:extLst>
          </p:cNvPr>
          <p:cNvSpPr>
            <a:spLocks noGrp="1"/>
          </p:cNvSpPr>
          <p:nvPr>
            <p:ph type="ftr" sz="quarter" idx="11"/>
          </p:nvPr>
        </p:nvSpPr>
        <p:spPr/>
        <p:txBody>
          <a:bodyPr/>
          <a:lstStyle/>
          <a:p>
            <a:r>
              <a:rPr lang="en-US"/>
              <a:t>Academic Year 2020-21 , Semester-2</a:t>
            </a:r>
            <a:endParaRPr lang="en-US" dirty="0"/>
          </a:p>
        </p:txBody>
      </p:sp>
      <p:sp>
        <p:nvSpPr>
          <p:cNvPr id="5" name="Slide Number Placeholder 4">
            <a:extLst>
              <a:ext uri="{FF2B5EF4-FFF2-40B4-BE49-F238E27FC236}">
                <a16:creationId xmlns:a16="http://schemas.microsoft.com/office/drawing/2014/main" id="{875C1C4D-EB4A-3384-C52E-881E6ECBD491}"/>
              </a:ext>
            </a:extLst>
          </p:cNvPr>
          <p:cNvSpPr>
            <a:spLocks noGrp="1"/>
          </p:cNvSpPr>
          <p:nvPr>
            <p:ph type="sldNum" sz="quarter" idx="12"/>
          </p:nvPr>
        </p:nvSpPr>
        <p:spPr/>
        <p:txBody>
          <a:bodyPr/>
          <a:lstStyle/>
          <a:p>
            <a:fld id="{0A3747BB-4598-4E25-9E38-971C52AEC84E}" type="slidenum">
              <a:rPr lang="en-US" smtClean="0"/>
              <a:pPr/>
              <a:t>8</a:t>
            </a:fld>
            <a:endParaRPr lang="en-US" dirty="0"/>
          </a:p>
        </p:txBody>
      </p:sp>
    </p:spTree>
    <p:extLst>
      <p:ext uri="{BB962C8B-B14F-4D97-AF65-F5344CB8AC3E}">
        <p14:creationId xmlns:p14="http://schemas.microsoft.com/office/powerpoint/2010/main" val="180127371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386CBA7A-59BD-0708-6FD5-58E21C78F86D}"/>
              </a:ext>
            </a:extLst>
          </p:cNvPr>
          <p:cNvSpPr>
            <a:spLocks noGrp="1"/>
          </p:cNvSpPr>
          <p:nvPr>
            <p:ph idx="1"/>
          </p:nvPr>
        </p:nvSpPr>
        <p:spPr>
          <a:xfrm>
            <a:off x="628650" y="1825625"/>
            <a:ext cx="7886700" cy="1603375"/>
          </a:xfrm>
        </p:spPr>
        <p:txBody>
          <a:bodyPr/>
          <a:lstStyle/>
          <a:p>
            <a:r>
              <a:rPr lang="en-IN" dirty="0">
                <a:solidFill>
                  <a:srgbClr val="002060"/>
                </a:solidFill>
              </a:rPr>
              <a:t>Python</a:t>
            </a:r>
          </a:p>
          <a:p>
            <a:r>
              <a:rPr lang="en-IN" dirty="0">
                <a:solidFill>
                  <a:srgbClr val="002060"/>
                </a:solidFill>
              </a:rPr>
              <a:t>Pandas &amp; NumPy</a:t>
            </a:r>
          </a:p>
          <a:p>
            <a:r>
              <a:rPr lang="en-IN" dirty="0">
                <a:solidFill>
                  <a:srgbClr val="002060"/>
                </a:solidFill>
              </a:rPr>
              <a:t>Matplotlib &amp; Seaborn</a:t>
            </a:r>
          </a:p>
          <a:p>
            <a:r>
              <a:rPr lang="en-IN" dirty="0">
                <a:solidFill>
                  <a:srgbClr val="002060"/>
                </a:solidFill>
              </a:rPr>
              <a:t>Scikit-learn</a:t>
            </a:r>
          </a:p>
          <a:p>
            <a:endParaRPr lang="en-IN" dirty="0"/>
          </a:p>
        </p:txBody>
      </p:sp>
      <p:sp>
        <p:nvSpPr>
          <p:cNvPr id="3" name="Title 2">
            <a:extLst>
              <a:ext uri="{FF2B5EF4-FFF2-40B4-BE49-F238E27FC236}">
                <a16:creationId xmlns:a16="http://schemas.microsoft.com/office/drawing/2014/main" id="{4643C1CF-1C87-375E-3112-A205E9F04A12}"/>
              </a:ext>
            </a:extLst>
          </p:cNvPr>
          <p:cNvSpPr>
            <a:spLocks noGrp="1"/>
          </p:cNvSpPr>
          <p:nvPr>
            <p:ph type="title"/>
          </p:nvPr>
        </p:nvSpPr>
        <p:spPr>
          <a:xfrm>
            <a:off x="628650" y="365127"/>
            <a:ext cx="7886700" cy="894506"/>
          </a:xfrm>
        </p:spPr>
        <p:txBody>
          <a:bodyPr numCol="1">
            <a:normAutofit fontScale="90000"/>
          </a:bodyPr>
          <a:lstStyle/>
          <a:p>
            <a:r>
              <a:rPr lang="en-IN" sz="4400" dirty="0">
                <a:solidFill>
                  <a:srgbClr val="002060"/>
                </a:solidFill>
              </a:rPr>
              <a:t>Tools  and Technologies</a:t>
            </a:r>
            <a:br>
              <a:rPr lang="en-IN" dirty="0"/>
            </a:br>
            <a:endParaRPr lang="en-IN" dirty="0"/>
          </a:p>
        </p:txBody>
      </p:sp>
      <p:sp>
        <p:nvSpPr>
          <p:cNvPr id="4" name="Footer Placeholder 3">
            <a:extLst>
              <a:ext uri="{FF2B5EF4-FFF2-40B4-BE49-F238E27FC236}">
                <a16:creationId xmlns:a16="http://schemas.microsoft.com/office/drawing/2014/main" id="{D1386CB7-0D83-529A-9CB0-F92CBB6FECC1}"/>
              </a:ext>
            </a:extLst>
          </p:cNvPr>
          <p:cNvSpPr>
            <a:spLocks noGrp="1"/>
          </p:cNvSpPr>
          <p:nvPr>
            <p:ph type="ftr" sz="quarter" idx="11"/>
          </p:nvPr>
        </p:nvSpPr>
        <p:spPr/>
        <p:txBody>
          <a:bodyPr/>
          <a:lstStyle/>
          <a:p>
            <a:r>
              <a:rPr lang="en-US"/>
              <a:t>Academic Year 2020-21 , Semester-2</a:t>
            </a:r>
            <a:endParaRPr lang="en-US" dirty="0"/>
          </a:p>
        </p:txBody>
      </p:sp>
      <p:sp>
        <p:nvSpPr>
          <p:cNvPr id="5" name="Slide Number Placeholder 4">
            <a:extLst>
              <a:ext uri="{FF2B5EF4-FFF2-40B4-BE49-F238E27FC236}">
                <a16:creationId xmlns:a16="http://schemas.microsoft.com/office/drawing/2014/main" id="{E38CB643-FB25-7C85-B9AE-98D7640E458E}"/>
              </a:ext>
            </a:extLst>
          </p:cNvPr>
          <p:cNvSpPr>
            <a:spLocks noGrp="1"/>
          </p:cNvSpPr>
          <p:nvPr>
            <p:ph type="sldNum" sz="quarter" idx="12"/>
          </p:nvPr>
        </p:nvSpPr>
        <p:spPr/>
        <p:txBody>
          <a:bodyPr/>
          <a:lstStyle/>
          <a:p>
            <a:fld id="{0A3747BB-4598-4E25-9E38-971C52AEC84E}" type="slidenum">
              <a:rPr lang="en-US" smtClean="0"/>
              <a:pPr/>
              <a:t>9</a:t>
            </a:fld>
            <a:endParaRPr lang="en-US" dirty="0"/>
          </a:p>
        </p:txBody>
      </p:sp>
    </p:spTree>
    <p:extLst>
      <p:ext uri="{BB962C8B-B14F-4D97-AF65-F5344CB8AC3E}">
        <p14:creationId xmlns:p14="http://schemas.microsoft.com/office/powerpoint/2010/main" val="202502329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59475FBB-A44B-2EAB-2ED4-0EA943A8C610}"/>
              </a:ext>
            </a:extLst>
          </p:cNvPr>
          <p:cNvSpPr>
            <a:spLocks noGrp="1"/>
          </p:cNvSpPr>
          <p:nvPr>
            <p:ph idx="1"/>
          </p:nvPr>
        </p:nvSpPr>
        <p:spPr>
          <a:xfrm>
            <a:off x="628650" y="1825625"/>
            <a:ext cx="7886700" cy="1841306"/>
          </a:xfrm>
        </p:spPr>
        <p:txBody>
          <a:bodyPr/>
          <a:lstStyle/>
          <a:p>
            <a:r>
              <a:rPr lang="en-US" dirty="0">
                <a:solidFill>
                  <a:srgbClr val="002060"/>
                </a:solidFill>
              </a:rPr>
              <a:t>A working prediction model</a:t>
            </a:r>
          </a:p>
          <a:p>
            <a:r>
              <a:rPr lang="en-US" dirty="0">
                <a:solidFill>
                  <a:srgbClr val="002060"/>
                </a:solidFill>
              </a:rPr>
              <a:t>Better understanding of gold price behavior</a:t>
            </a:r>
          </a:p>
          <a:p>
            <a:r>
              <a:rPr lang="en-US" dirty="0">
                <a:solidFill>
                  <a:srgbClr val="002060"/>
                </a:solidFill>
              </a:rPr>
              <a:t>Identification of important influencing factors</a:t>
            </a:r>
          </a:p>
          <a:p>
            <a:r>
              <a:rPr lang="en-US" dirty="0">
                <a:solidFill>
                  <a:srgbClr val="002060"/>
                </a:solidFill>
              </a:rPr>
              <a:t>Improved prediction accuracy</a:t>
            </a:r>
          </a:p>
          <a:p>
            <a:endParaRPr lang="en-IN" dirty="0"/>
          </a:p>
        </p:txBody>
      </p:sp>
      <p:sp>
        <p:nvSpPr>
          <p:cNvPr id="3" name="Title 2">
            <a:extLst>
              <a:ext uri="{FF2B5EF4-FFF2-40B4-BE49-F238E27FC236}">
                <a16:creationId xmlns:a16="http://schemas.microsoft.com/office/drawing/2014/main" id="{A13E0D2E-4BF3-B126-7085-155BF00C2078}"/>
              </a:ext>
            </a:extLst>
          </p:cNvPr>
          <p:cNvSpPr>
            <a:spLocks noGrp="1"/>
          </p:cNvSpPr>
          <p:nvPr>
            <p:ph type="title"/>
          </p:nvPr>
        </p:nvSpPr>
        <p:spPr>
          <a:xfrm>
            <a:off x="628650" y="365126"/>
            <a:ext cx="7886700" cy="782539"/>
          </a:xfrm>
        </p:spPr>
        <p:txBody>
          <a:bodyPr numCol="2">
            <a:normAutofit fontScale="90000"/>
          </a:bodyPr>
          <a:lstStyle/>
          <a:p>
            <a:r>
              <a:rPr lang="en-IN" dirty="0">
                <a:solidFill>
                  <a:srgbClr val="002060"/>
                </a:solidFill>
              </a:rPr>
              <a:t>Expected Outcome</a:t>
            </a:r>
            <a:br>
              <a:rPr lang="en-IN" dirty="0">
                <a:solidFill>
                  <a:srgbClr val="002060"/>
                </a:solidFill>
              </a:rPr>
            </a:br>
            <a:endParaRPr lang="en-IN" dirty="0">
              <a:solidFill>
                <a:srgbClr val="002060"/>
              </a:solidFill>
            </a:endParaRPr>
          </a:p>
        </p:txBody>
      </p:sp>
      <p:sp>
        <p:nvSpPr>
          <p:cNvPr id="4" name="Footer Placeholder 3">
            <a:extLst>
              <a:ext uri="{FF2B5EF4-FFF2-40B4-BE49-F238E27FC236}">
                <a16:creationId xmlns:a16="http://schemas.microsoft.com/office/drawing/2014/main" id="{EF167165-3007-9226-C015-297930566E8C}"/>
              </a:ext>
            </a:extLst>
          </p:cNvPr>
          <p:cNvSpPr>
            <a:spLocks noGrp="1"/>
          </p:cNvSpPr>
          <p:nvPr>
            <p:ph type="ftr" sz="quarter" idx="11"/>
          </p:nvPr>
        </p:nvSpPr>
        <p:spPr/>
        <p:txBody>
          <a:bodyPr/>
          <a:lstStyle/>
          <a:p>
            <a:r>
              <a:rPr lang="en-US"/>
              <a:t>Academic Year 2020-21 , Semester-2</a:t>
            </a:r>
            <a:endParaRPr lang="en-US" dirty="0"/>
          </a:p>
        </p:txBody>
      </p:sp>
      <p:sp>
        <p:nvSpPr>
          <p:cNvPr id="5" name="Slide Number Placeholder 4">
            <a:extLst>
              <a:ext uri="{FF2B5EF4-FFF2-40B4-BE49-F238E27FC236}">
                <a16:creationId xmlns:a16="http://schemas.microsoft.com/office/drawing/2014/main" id="{3D3EE022-853C-AFBE-B9E9-A7DEB1592B10}"/>
              </a:ext>
            </a:extLst>
          </p:cNvPr>
          <p:cNvSpPr>
            <a:spLocks noGrp="1"/>
          </p:cNvSpPr>
          <p:nvPr>
            <p:ph type="sldNum" sz="quarter" idx="12"/>
          </p:nvPr>
        </p:nvSpPr>
        <p:spPr/>
        <p:txBody>
          <a:bodyPr/>
          <a:lstStyle/>
          <a:p>
            <a:fld id="{0A3747BB-4598-4E25-9E38-971C52AEC84E}" type="slidenum">
              <a:rPr lang="en-US" smtClean="0"/>
              <a:pPr/>
              <a:t>10</a:t>
            </a:fld>
            <a:endParaRPr lang="en-US" dirty="0"/>
          </a:p>
        </p:txBody>
      </p:sp>
    </p:spTree>
    <p:extLst>
      <p:ext uri="{BB962C8B-B14F-4D97-AF65-F5344CB8AC3E}">
        <p14:creationId xmlns:p14="http://schemas.microsoft.com/office/powerpoint/2010/main" val="141918527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127C31C8-CDE6-623B-B5A1-E5698D6EB0E1}"/>
              </a:ext>
            </a:extLst>
          </p:cNvPr>
          <p:cNvSpPr>
            <a:spLocks noGrp="1"/>
          </p:cNvSpPr>
          <p:nvPr>
            <p:ph idx="1"/>
          </p:nvPr>
        </p:nvSpPr>
        <p:spPr>
          <a:xfrm>
            <a:off x="628650" y="1825625"/>
            <a:ext cx="7886700" cy="1603375"/>
          </a:xfrm>
        </p:spPr>
        <p:txBody>
          <a:bodyPr/>
          <a:lstStyle/>
          <a:p>
            <a:r>
              <a:rPr lang="en-US" dirty="0">
                <a:solidFill>
                  <a:schemeClr val="accent1">
                    <a:lumMod val="50000"/>
                  </a:schemeClr>
                </a:solidFill>
              </a:rPr>
              <a:t>This project can be extended in the future by:</a:t>
            </a:r>
          </a:p>
          <a:p>
            <a:r>
              <a:rPr lang="en-US" dirty="0">
                <a:solidFill>
                  <a:schemeClr val="accent1">
                    <a:lumMod val="50000"/>
                  </a:schemeClr>
                </a:solidFill>
              </a:rPr>
              <a:t>Using deep learning models</a:t>
            </a:r>
          </a:p>
          <a:p>
            <a:r>
              <a:rPr lang="en-US" dirty="0">
                <a:solidFill>
                  <a:schemeClr val="accent1">
                    <a:lumMod val="50000"/>
                  </a:schemeClr>
                </a:solidFill>
              </a:rPr>
              <a:t>Real-time data prediction</a:t>
            </a:r>
          </a:p>
          <a:p>
            <a:r>
              <a:rPr lang="en-US" dirty="0">
                <a:solidFill>
                  <a:schemeClr val="accent1">
                    <a:lumMod val="50000"/>
                  </a:schemeClr>
                </a:solidFill>
              </a:rPr>
              <a:t>Creating a web dashboard</a:t>
            </a:r>
          </a:p>
          <a:p>
            <a:endParaRPr lang="en-IN" dirty="0"/>
          </a:p>
        </p:txBody>
      </p:sp>
      <p:sp>
        <p:nvSpPr>
          <p:cNvPr id="3" name="Title 2">
            <a:extLst>
              <a:ext uri="{FF2B5EF4-FFF2-40B4-BE49-F238E27FC236}">
                <a16:creationId xmlns:a16="http://schemas.microsoft.com/office/drawing/2014/main" id="{226BA3EB-86A3-5F1F-C930-9BD2BD994237}"/>
              </a:ext>
            </a:extLst>
          </p:cNvPr>
          <p:cNvSpPr>
            <a:spLocks noGrp="1"/>
          </p:cNvSpPr>
          <p:nvPr>
            <p:ph type="title"/>
          </p:nvPr>
        </p:nvSpPr>
        <p:spPr/>
        <p:txBody>
          <a:bodyPr/>
          <a:lstStyle/>
          <a:p>
            <a:r>
              <a:rPr lang="en-IN" dirty="0"/>
              <a:t>Scope of the Project</a:t>
            </a:r>
          </a:p>
        </p:txBody>
      </p:sp>
      <p:sp>
        <p:nvSpPr>
          <p:cNvPr id="4" name="Footer Placeholder 3">
            <a:extLst>
              <a:ext uri="{FF2B5EF4-FFF2-40B4-BE49-F238E27FC236}">
                <a16:creationId xmlns:a16="http://schemas.microsoft.com/office/drawing/2014/main" id="{3088132D-6AD0-7D0E-FB02-55573F7F6BD9}"/>
              </a:ext>
            </a:extLst>
          </p:cNvPr>
          <p:cNvSpPr>
            <a:spLocks noGrp="1"/>
          </p:cNvSpPr>
          <p:nvPr>
            <p:ph type="ftr" sz="quarter" idx="11"/>
          </p:nvPr>
        </p:nvSpPr>
        <p:spPr/>
        <p:txBody>
          <a:bodyPr/>
          <a:lstStyle/>
          <a:p>
            <a:r>
              <a:rPr lang="en-US"/>
              <a:t>Academic Year 2020-21 , Semester-2</a:t>
            </a:r>
            <a:endParaRPr lang="en-US" dirty="0"/>
          </a:p>
        </p:txBody>
      </p:sp>
      <p:sp>
        <p:nvSpPr>
          <p:cNvPr id="5" name="Slide Number Placeholder 4">
            <a:extLst>
              <a:ext uri="{FF2B5EF4-FFF2-40B4-BE49-F238E27FC236}">
                <a16:creationId xmlns:a16="http://schemas.microsoft.com/office/drawing/2014/main" id="{8EE838AF-7DDE-CF28-1944-6B36C110A1E5}"/>
              </a:ext>
            </a:extLst>
          </p:cNvPr>
          <p:cNvSpPr>
            <a:spLocks noGrp="1"/>
          </p:cNvSpPr>
          <p:nvPr>
            <p:ph type="sldNum" sz="quarter" idx="12"/>
          </p:nvPr>
        </p:nvSpPr>
        <p:spPr/>
        <p:txBody>
          <a:bodyPr/>
          <a:lstStyle/>
          <a:p>
            <a:fld id="{0A3747BB-4598-4E25-9E38-971C52AEC84E}" type="slidenum">
              <a:rPr lang="en-US" smtClean="0"/>
              <a:pPr/>
              <a:t>11</a:t>
            </a:fld>
            <a:endParaRPr lang="en-US" dirty="0"/>
          </a:p>
        </p:txBody>
      </p:sp>
    </p:spTree>
    <p:extLst>
      <p:ext uri="{BB962C8B-B14F-4D97-AF65-F5344CB8AC3E}">
        <p14:creationId xmlns:p14="http://schemas.microsoft.com/office/powerpoint/2010/main" val="1748610189"/>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A695FE95-0EDF-E289-2993-E674855D3A27}"/>
              </a:ext>
            </a:extLst>
          </p:cNvPr>
          <p:cNvSpPr>
            <a:spLocks noGrp="1"/>
          </p:cNvSpPr>
          <p:nvPr>
            <p:ph idx="1"/>
          </p:nvPr>
        </p:nvSpPr>
        <p:spPr>
          <a:xfrm>
            <a:off x="628650" y="1825625"/>
            <a:ext cx="7886700" cy="1290799"/>
          </a:xfrm>
        </p:spPr>
        <p:txBody>
          <a:bodyPr/>
          <a:lstStyle/>
          <a:p>
            <a:pPr algn="just"/>
            <a:r>
              <a:rPr lang="en-US" dirty="0">
                <a:solidFill>
                  <a:schemeClr val="accent1">
                    <a:lumMod val="50000"/>
                  </a:schemeClr>
                </a:solidFill>
              </a:rPr>
              <a:t>This project aims to build a smart system for predicting gold prices using machine learning techniques. By analyzing past data and trends, the model will try to give better and more reliable predictions.</a:t>
            </a:r>
          </a:p>
          <a:p>
            <a:endParaRPr lang="en-IN" dirty="0"/>
          </a:p>
        </p:txBody>
      </p:sp>
      <p:sp>
        <p:nvSpPr>
          <p:cNvPr id="3" name="Title 2">
            <a:extLst>
              <a:ext uri="{FF2B5EF4-FFF2-40B4-BE49-F238E27FC236}">
                <a16:creationId xmlns:a16="http://schemas.microsoft.com/office/drawing/2014/main" id="{65366850-ED66-F470-5C61-EFABED803A7C}"/>
              </a:ext>
            </a:extLst>
          </p:cNvPr>
          <p:cNvSpPr>
            <a:spLocks noGrp="1"/>
          </p:cNvSpPr>
          <p:nvPr>
            <p:ph type="title"/>
          </p:nvPr>
        </p:nvSpPr>
        <p:spPr>
          <a:xfrm>
            <a:off x="628650" y="365126"/>
            <a:ext cx="7886700" cy="773209"/>
          </a:xfrm>
        </p:spPr>
        <p:txBody>
          <a:bodyPr numCol="3">
            <a:normAutofit/>
          </a:bodyPr>
          <a:lstStyle/>
          <a:p>
            <a:r>
              <a:rPr lang="en-US" dirty="0"/>
              <a:t>Conclusion</a:t>
            </a:r>
            <a:br>
              <a:rPr lang="en-US" dirty="0"/>
            </a:br>
            <a:endParaRPr lang="en-IN" dirty="0"/>
          </a:p>
        </p:txBody>
      </p:sp>
      <p:sp>
        <p:nvSpPr>
          <p:cNvPr id="4" name="Footer Placeholder 3">
            <a:extLst>
              <a:ext uri="{FF2B5EF4-FFF2-40B4-BE49-F238E27FC236}">
                <a16:creationId xmlns:a16="http://schemas.microsoft.com/office/drawing/2014/main" id="{90F00F84-CB07-47B1-F24D-587DBA09F332}"/>
              </a:ext>
            </a:extLst>
          </p:cNvPr>
          <p:cNvSpPr>
            <a:spLocks noGrp="1"/>
          </p:cNvSpPr>
          <p:nvPr>
            <p:ph type="ftr" sz="quarter" idx="11"/>
          </p:nvPr>
        </p:nvSpPr>
        <p:spPr/>
        <p:txBody>
          <a:bodyPr/>
          <a:lstStyle/>
          <a:p>
            <a:r>
              <a:rPr lang="en-US"/>
              <a:t>Academic Year 2020-21 , Semester-2</a:t>
            </a:r>
            <a:endParaRPr lang="en-US" dirty="0"/>
          </a:p>
        </p:txBody>
      </p:sp>
      <p:sp>
        <p:nvSpPr>
          <p:cNvPr id="5" name="Slide Number Placeholder 4">
            <a:extLst>
              <a:ext uri="{FF2B5EF4-FFF2-40B4-BE49-F238E27FC236}">
                <a16:creationId xmlns:a16="http://schemas.microsoft.com/office/drawing/2014/main" id="{C1D413A0-ACFF-8C65-DA1D-018E4BB2C3B1}"/>
              </a:ext>
            </a:extLst>
          </p:cNvPr>
          <p:cNvSpPr>
            <a:spLocks noGrp="1"/>
          </p:cNvSpPr>
          <p:nvPr>
            <p:ph type="sldNum" sz="quarter" idx="12"/>
          </p:nvPr>
        </p:nvSpPr>
        <p:spPr/>
        <p:txBody>
          <a:bodyPr/>
          <a:lstStyle/>
          <a:p>
            <a:fld id="{0A3747BB-4598-4E25-9E38-971C52AEC84E}" type="slidenum">
              <a:rPr lang="en-US" smtClean="0"/>
              <a:pPr/>
              <a:t>12</a:t>
            </a:fld>
            <a:endParaRPr lang="en-US" dirty="0"/>
          </a:p>
        </p:txBody>
      </p:sp>
    </p:spTree>
    <p:extLst>
      <p:ext uri="{BB962C8B-B14F-4D97-AF65-F5344CB8AC3E}">
        <p14:creationId xmlns:p14="http://schemas.microsoft.com/office/powerpoint/2010/main" val="3923996172"/>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95BE5CF8-8EBF-90F8-4654-82F301C50D51}"/>
              </a:ext>
            </a:extLst>
          </p:cNvPr>
          <p:cNvSpPr>
            <a:spLocks noGrp="1"/>
          </p:cNvSpPr>
          <p:nvPr>
            <p:ph idx="1"/>
          </p:nvPr>
        </p:nvSpPr>
        <p:spPr>
          <a:xfrm>
            <a:off x="628650" y="1825625"/>
            <a:ext cx="7886700" cy="2914326"/>
          </a:xfrm>
        </p:spPr>
        <p:txBody>
          <a:bodyPr/>
          <a:lstStyle/>
          <a:p>
            <a:pPr algn="just"/>
            <a:r>
              <a:rPr lang="en-IN" dirty="0">
                <a:solidFill>
                  <a:srgbClr val="002060"/>
                </a:solidFill>
              </a:rPr>
              <a:t>NumPy Documentation. Available at: </a:t>
            </a:r>
            <a:r>
              <a:rPr lang="en-IN" dirty="0">
                <a:solidFill>
                  <a:srgbClr val="002060"/>
                </a:solidFill>
                <a:hlinkClick r:id="rId2">
                  <a:extLst>
                    <a:ext uri="{A12FA001-AC4F-418D-AE19-62706E023703}">
                      <ahyp:hlinkClr xmlns:ahyp="http://schemas.microsoft.com/office/drawing/2018/hyperlinkcolor" val="tx"/>
                    </a:ext>
                  </a:extLst>
                </a:hlinkClick>
              </a:rPr>
              <a:t>https://numpy.org</a:t>
            </a:r>
            <a:endParaRPr lang="en-IN" dirty="0">
              <a:solidFill>
                <a:srgbClr val="002060"/>
              </a:solidFill>
            </a:endParaRPr>
          </a:p>
          <a:p>
            <a:pPr algn="just"/>
            <a:r>
              <a:rPr lang="en-IN" dirty="0">
                <a:solidFill>
                  <a:srgbClr val="002060"/>
                </a:solidFill>
              </a:rPr>
              <a:t>Pandas User Guide. Available at: </a:t>
            </a:r>
            <a:r>
              <a:rPr lang="en-IN" dirty="0">
                <a:solidFill>
                  <a:srgbClr val="002060"/>
                </a:solidFill>
                <a:hlinkClick r:id="rId3">
                  <a:extLst>
                    <a:ext uri="{A12FA001-AC4F-418D-AE19-62706E023703}">
                      <ahyp:hlinkClr xmlns:ahyp="http://schemas.microsoft.com/office/drawing/2018/hyperlinkcolor" val="tx"/>
                    </a:ext>
                  </a:extLst>
                </a:hlinkClick>
              </a:rPr>
              <a:t>https://pandas.pydata.org</a:t>
            </a:r>
            <a:endParaRPr lang="en-IN" dirty="0">
              <a:solidFill>
                <a:srgbClr val="002060"/>
              </a:solidFill>
            </a:endParaRPr>
          </a:p>
          <a:p>
            <a:pPr algn="just"/>
            <a:r>
              <a:rPr lang="en-IN" dirty="0">
                <a:solidFill>
                  <a:srgbClr val="002060"/>
                </a:solidFill>
              </a:rPr>
              <a:t>Machine Learning in Python Documentation. Available at: </a:t>
            </a:r>
            <a:r>
              <a:rPr lang="en-IN" dirty="0">
                <a:solidFill>
                  <a:srgbClr val="002060"/>
                </a:solidFill>
                <a:hlinkClick r:id="rId4">
                  <a:extLst>
                    <a:ext uri="{A12FA001-AC4F-418D-AE19-62706E023703}">
                      <ahyp:hlinkClr xmlns:ahyp="http://schemas.microsoft.com/office/drawing/2018/hyperlinkcolor" val="tx"/>
                    </a:ext>
                  </a:extLst>
                </a:hlinkClick>
              </a:rPr>
              <a:t>https://scikit-learn.org</a:t>
            </a:r>
            <a:endParaRPr lang="en-IN" dirty="0">
              <a:solidFill>
                <a:srgbClr val="002060"/>
              </a:solidFill>
            </a:endParaRPr>
          </a:p>
          <a:p>
            <a:pPr algn="just"/>
            <a:r>
              <a:rPr lang="en-IN" dirty="0">
                <a:solidFill>
                  <a:srgbClr val="002060"/>
                </a:solidFill>
              </a:rPr>
              <a:t>Matplotlib Documentation. Available at: </a:t>
            </a:r>
            <a:r>
              <a:rPr lang="en-IN" dirty="0">
                <a:solidFill>
                  <a:srgbClr val="002060"/>
                </a:solidFill>
                <a:hlinkClick r:id="rId5">
                  <a:extLst>
                    <a:ext uri="{A12FA001-AC4F-418D-AE19-62706E023703}">
                      <ahyp:hlinkClr xmlns:ahyp="http://schemas.microsoft.com/office/drawing/2018/hyperlinkcolor" val="tx"/>
                    </a:ext>
                  </a:extLst>
                </a:hlinkClick>
              </a:rPr>
              <a:t>https://matplotlib.org</a:t>
            </a:r>
            <a:endParaRPr lang="en-IN" dirty="0">
              <a:solidFill>
                <a:srgbClr val="002060"/>
              </a:solidFill>
            </a:endParaRPr>
          </a:p>
          <a:p>
            <a:pPr algn="just"/>
            <a:r>
              <a:rPr lang="en-IN" dirty="0">
                <a:solidFill>
                  <a:srgbClr val="002060"/>
                </a:solidFill>
              </a:rPr>
              <a:t>Seaborn Statistical Visualization Guide.</a:t>
            </a:r>
          </a:p>
          <a:p>
            <a:pPr algn="just"/>
            <a:r>
              <a:rPr lang="en-IN" dirty="0">
                <a:solidFill>
                  <a:srgbClr val="002060"/>
                </a:solidFill>
              </a:rPr>
              <a:t>Gold Price Dataset (2026). Retrieved from GitHub Repository: </a:t>
            </a:r>
            <a:r>
              <a:rPr lang="en-IN" dirty="0">
                <a:solidFill>
                  <a:srgbClr val="002060"/>
                </a:solidFill>
                <a:hlinkClick r:id="rId6">
                  <a:extLst>
                    <a:ext uri="{A12FA001-AC4F-418D-AE19-62706E023703}">
                      <ahyp:hlinkClr xmlns:ahyp="http://schemas.microsoft.com/office/drawing/2018/hyperlinkcolor" val="tx"/>
                    </a:ext>
                  </a:extLst>
                </a:hlinkClick>
              </a:rPr>
              <a:t>https://github.com/sangitaGIT011/Myproj</a:t>
            </a:r>
            <a:endParaRPr lang="en-IN" dirty="0">
              <a:solidFill>
                <a:srgbClr val="002060"/>
              </a:solidFill>
            </a:endParaRPr>
          </a:p>
          <a:p>
            <a:endParaRPr lang="en-IN" dirty="0"/>
          </a:p>
        </p:txBody>
      </p:sp>
      <p:sp>
        <p:nvSpPr>
          <p:cNvPr id="3" name="Title 2">
            <a:extLst>
              <a:ext uri="{FF2B5EF4-FFF2-40B4-BE49-F238E27FC236}">
                <a16:creationId xmlns:a16="http://schemas.microsoft.com/office/drawing/2014/main" id="{2A1CCDBE-52C3-047B-EAA0-1BD52F8FBEBC}"/>
              </a:ext>
            </a:extLst>
          </p:cNvPr>
          <p:cNvSpPr>
            <a:spLocks noGrp="1"/>
          </p:cNvSpPr>
          <p:nvPr>
            <p:ph type="title"/>
          </p:nvPr>
        </p:nvSpPr>
        <p:spPr>
          <a:xfrm>
            <a:off x="628650" y="365126"/>
            <a:ext cx="7886700" cy="651911"/>
          </a:xfrm>
        </p:spPr>
        <p:txBody>
          <a:bodyPr/>
          <a:lstStyle/>
          <a:p>
            <a:r>
              <a:rPr lang="en-IN" dirty="0">
                <a:solidFill>
                  <a:srgbClr val="002060"/>
                </a:solidFill>
              </a:rPr>
              <a:t>References</a:t>
            </a:r>
          </a:p>
        </p:txBody>
      </p:sp>
      <p:sp>
        <p:nvSpPr>
          <p:cNvPr id="4" name="Footer Placeholder 3">
            <a:extLst>
              <a:ext uri="{FF2B5EF4-FFF2-40B4-BE49-F238E27FC236}">
                <a16:creationId xmlns:a16="http://schemas.microsoft.com/office/drawing/2014/main" id="{3908BDB3-4B2D-9D93-3B9D-BF34CFF2D187}"/>
              </a:ext>
            </a:extLst>
          </p:cNvPr>
          <p:cNvSpPr>
            <a:spLocks noGrp="1"/>
          </p:cNvSpPr>
          <p:nvPr>
            <p:ph type="ftr" sz="quarter" idx="11"/>
          </p:nvPr>
        </p:nvSpPr>
        <p:spPr/>
        <p:txBody>
          <a:bodyPr/>
          <a:lstStyle/>
          <a:p>
            <a:r>
              <a:rPr lang="en-US"/>
              <a:t>Academic Year 2020-21 , Semester-2</a:t>
            </a:r>
            <a:endParaRPr lang="en-US" dirty="0"/>
          </a:p>
        </p:txBody>
      </p:sp>
      <p:sp>
        <p:nvSpPr>
          <p:cNvPr id="5" name="Slide Number Placeholder 4">
            <a:extLst>
              <a:ext uri="{FF2B5EF4-FFF2-40B4-BE49-F238E27FC236}">
                <a16:creationId xmlns:a16="http://schemas.microsoft.com/office/drawing/2014/main" id="{AACD7292-3F97-3608-489A-808FCA7709B6}"/>
              </a:ext>
            </a:extLst>
          </p:cNvPr>
          <p:cNvSpPr>
            <a:spLocks noGrp="1"/>
          </p:cNvSpPr>
          <p:nvPr>
            <p:ph type="sldNum" sz="quarter" idx="12"/>
          </p:nvPr>
        </p:nvSpPr>
        <p:spPr/>
        <p:txBody>
          <a:bodyPr/>
          <a:lstStyle/>
          <a:p>
            <a:fld id="{0A3747BB-4598-4E25-9E38-971C52AEC84E}" type="slidenum">
              <a:rPr lang="en-US" smtClean="0"/>
              <a:pPr/>
              <a:t>13</a:t>
            </a:fld>
            <a:endParaRPr lang="en-US" dirty="0"/>
          </a:p>
        </p:txBody>
      </p:sp>
    </p:spTree>
    <p:extLst>
      <p:ext uri="{BB962C8B-B14F-4D97-AF65-F5344CB8AC3E}">
        <p14:creationId xmlns:p14="http://schemas.microsoft.com/office/powerpoint/2010/main" val="1224851549"/>
      </p:ext>
    </p:extLst>
  </p:cSld>
  <p:clrMapOvr>
    <a:masterClrMapping/>
  </p:clrMapOvr>
</p:sld>
</file>

<file path=ppt/theme/theme1.xml><?xml version="1.0" encoding="utf-8"?>
<a:theme xmlns:a="http://schemas.openxmlformats.org/drawingml/2006/main" name="Office Theme">
  <a:themeElements>
    <a:clrScheme name="Office Them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Them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Office Theme</Template>
  <TotalTime>15815</TotalTime>
  <Words>621</Words>
  <Application>Microsoft Office PowerPoint</Application>
  <PresentationFormat>On-screen Show (4:3)</PresentationFormat>
  <Paragraphs>126</Paragraphs>
  <Slides>13</Slides>
  <Notes>1</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13</vt:i4>
      </vt:variant>
    </vt:vector>
  </HeadingPairs>
  <TitlesOfParts>
    <vt:vector size="19" baseType="lpstr">
      <vt:lpstr>Arial</vt:lpstr>
      <vt:lpstr>Calibri</vt:lpstr>
      <vt:lpstr>Calibri Light</vt:lpstr>
      <vt:lpstr>Times New Roman</vt:lpstr>
      <vt:lpstr>Wingdings</vt:lpstr>
      <vt:lpstr>Office Theme</vt:lpstr>
      <vt:lpstr>GUJARAT TECHNOLOGICAL UNIVERSITY       SCHOOL OF ENGINEERING AND TECHNOLOGY </vt:lpstr>
      <vt:lpstr>PowerPoint Presentation</vt:lpstr>
      <vt:lpstr>Introduction</vt:lpstr>
      <vt:lpstr>Need of the Project </vt:lpstr>
      <vt:lpstr>Problem Statement </vt:lpstr>
      <vt:lpstr>Objectives </vt:lpstr>
      <vt:lpstr>Methodology </vt:lpstr>
      <vt:lpstr>PowerPoint Presentation</vt:lpstr>
      <vt:lpstr>Tools  and Technologies </vt:lpstr>
      <vt:lpstr>Expected Outcome </vt:lpstr>
      <vt:lpstr>Scope of the Project</vt:lpstr>
      <vt:lpstr>Conclusion </vt:lpstr>
      <vt:lpstr>References</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Network access  control of different devices using advance port knocking technique</dc:title>
  <dc:creator>yami1</dc:creator>
  <cp:lastModifiedBy>dattajayshri@gmail.com</cp:lastModifiedBy>
  <cp:revision>327</cp:revision>
  <dcterms:created xsi:type="dcterms:W3CDTF">2019-08-28T03:08:06Z</dcterms:created>
  <dcterms:modified xsi:type="dcterms:W3CDTF">2026-02-24T16:55:22Z</dcterms:modified>
</cp:coreProperties>
</file>