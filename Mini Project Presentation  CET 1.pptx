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6"/>
  </p:notesMasterIdLst>
  <p:handoutMasterIdLst>
    <p:handoutMasterId r:id="rId17"/>
  </p:handoutMasterIdLst>
  <p:sldIdLst>
    <p:sldId id="285" r:id="rId2"/>
    <p:sldId id="320" r:id="rId3"/>
    <p:sldId id="322" r:id="rId4"/>
    <p:sldId id="323" r:id="rId5"/>
    <p:sldId id="324" r:id="rId6"/>
    <p:sldId id="325" r:id="rId7"/>
    <p:sldId id="326" r:id="rId8"/>
    <p:sldId id="335" r:id="rId9"/>
    <p:sldId id="329" r:id="rId10"/>
    <p:sldId id="331" r:id="rId11"/>
    <p:sldId id="332" r:id="rId12"/>
    <p:sldId id="333" r:id="rId13"/>
    <p:sldId id="327" r:id="rId14"/>
    <p:sldId id="33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F8969C1-12D7-4AB0-9940-EB7EBD69AB56}">
          <p14:sldIdLst>
            <p14:sldId id="285"/>
            <p14:sldId id="320"/>
            <p14:sldId id="322"/>
            <p14:sldId id="323"/>
            <p14:sldId id="324"/>
            <p14:sldId id="325"/>
            <p14:sldId id="326"/>
            <p14:sldId id="335"/>
            <p14:sldId id="329"/>
            <p14:sldId id="331"/>
            <p14:sldId id="332"/>
            <p14:sldId id="333"/>
            <p14:sldId id="327"/>
            <p14:sldId id="336"/>
          </p14:sldIdLst>
        </p14:section>
        <p14:section name="Untitled Section" id="{F3FEF0FD-57DC-4587-8570-A609F0F46CEE}">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E187BF-7445-4AE1-99D6-4B592FE0F5E9}" v="94" dt="2026-02-25T16:54:52.4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5256" autoAdjust="0"/>
  </p:normalViewPr>
  <p:slideViewPr>
    <p:cSldViewPr snapToGrid="0">
      <p:cViewPr varScale="1">
        <p:scale>
          <a:sx n="82" d="100"/>
          <a:sy n="82" d="100"/>
        </p:scale>
        <p:origin x="1987"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ttajayshri@gmail.com" userId="033ff451c94eedde" providerId="LiveId" clId="{A948A714-8DDF-4523-82A0-009A7FC8F1AE}"/>
    <pc:docChg chg="undo redo custSel addSld delSld modSld modSection">
      <pc:chgData name="dattajayshri@gmail.com" userId="033ff451c94eedde" providerId="LiveId" clId="{A948A714-8DDF-4523-82A0-009A7FC8F1AE}" dt="2026-02-25T16:56:08.758" v="425" actId="14100"/>
      <pc:docMkLst>
        <pc:docMk/>
      </pc:docMkLst>
      <pc:sldChg chg="modSp mod">
        <pc:chgData name="dattajayshri@gmail.com" userId="033ff451c94eedde" providerId="LiveId" clId="{A948A714-8DDF-4523-82A0-009A7FC8F1AE}" dt="2026-02-25T16:42:27.619" v="322" actId="14100"/>
        <pc:sldMkLst>
          <pc:docMk/>
          <pc:sldMk cId="3822380123" sldId="285"/>
        </pc:sldMkLst>
        <pc:spChg chg="mod">
          <ac:chgData name="dattajayshri@gmail.com" userId="033ff451c94eedde" providerId="LiveId" clId="{A948A714-8DDF-4523-82A0-009A7FC8F1AE}" dt="2026-02-25T16:42:10.030" v="321" actId="14100"/>
          <ac:spMkLst>
            <pc:docMk/>
            <pc:sldMk cId="3822380123" sldId="285"/>
            <ac:spMk id="2" creationId="{00000000-0000-0000-0000-000000000000}"/>
          </ac:spMkLst>
        </pc:spChg>
        <pc:spChg chg="mod">
          <ac:chgData name="dattajayshri@gmail.com" userId="033ff451c94eedde" providerId="LiveId" clId="{A948A714-8DDF-4523-82A0-009A7FC8F1AE}" dt="2026-02-25T16:39:59.063" v="296"/>
          <ac:spMkLst>
            <pc:docMk/>
            <pc:sldMk cId="3822380123" sldId="285"/>
            <ac:spMk id="3" creationId="{00000000-0000-0000-0000-000000000000}"/>
          </ac:spMkLst>
        </pc:spChg>
        <pc:spChg chg="mod">
          <ac:chgData name="dattajayshri@gmail.com" userId="033ff451c94eedde" providerId="LiveId" clId="{A948A714-8DDF-4523-82A0-009A7FC8F1AE}" dt="2026-02-24T16:46:18.974" v="0" actId="207"/>
          <ac:spMkLst>
            <pc:docMk/>
            <pc:sldMk cId="3822380123" sldId="285"/>
            <ac:spMk id="9" creationId="{00000000-0000-0000-0000-000000000000}"/>
          </ac:spMkLst>
        </pc:spChg>
        <pc:spChg chg="mod">
          <ac:chgData name="dattajayshri@gmail.com" userId="033ff451c94eedde" providerId="LiveId" clId="{A948A714-8DDF-4523-82A0-009A7FC8F1AE}" dt="2026-02-25T16:42:27.619" v="322" actId="14100"/>
          <ac:spMkLst>
            <pc:docMk/>
            <pc:sldMk cId="3822380123" sldId="285"/>
            <ac:spMk id="11" creationId="{00000000-0000-0000-0000-000000000000}"/>
          </ac:spMkLst>
        </pc:spChg>
        <pc:picChg chg="mod">
          <ac:chgData name="dattajayshri@gmail.com" userId="033ff451c94eedde" providerId="LiveId" clId="{A948A714-8DDF-4523-82A0-009A7FC8F1AE}" dt="2026-02-25T16:40:26.676" v="300" actId="1076"/>
          <ac:picMkLst>
            <pc:docMk/>
            <pc:sldMk cId="3822380123" sldId="285"/>
            <ac:picMk id="10" creationId="{00000000-0000-0000-0000-000000000000}"/>
          </ac:picMkLst>
        </pc:picChg>
      </pc:sldChg>
      <pc:sldChg chg="modSp mod">
        <pc:chgData name="dattajayshri@gmail.com" userId="033ff451c94eedde" providerId="LiveId" clId="{A948A714-8DDF-4523-82A0-009A7FC8F1AE}" dt="2026-02-25T16:39:53.070" v="295"/>
        <pc:sldMkLst>
          <pc:docMk/>
          <pc:sldMk cId="0" sldId="320"/>
        </pc:sldMkLst>
        <pc:spChg chg="mod">
          <ac:chgData name="dattajayshri@gmail.com" userId="033ff451c94eedde" providerId="LiveId" clId="{A948A714-8DDF-4523-82A0-009A7FC8F1AE}" dt="2026-02-25T16:39:53.070" v="295"/>
          <ac:spMkLst>
            <pc:docMk/>
            <pc:sldMk cId="0" sldId="320"/>
            <ac:spMk id="2" creationId="{00000000-0000-0000-0000-000000000000}"/>
          </ac:spMkLst>
        </pc:spChg>
        <pc:graphicFrameChg chg="modGraphic">
          <ac:chgData name="dattajayshri@gmail.com" userId="033ff451c94eedde" providerId="LiveId" clId="{A948A714-8DDF-4523-82A0-009A7FC8F1AE}" dt="2026-02-24T16:47:52.655" v="12" actId="207"/>
          <ac:graphicFrameMkLst>
            <pc:docMk/>
            <pc:sldMk cId="0" sldId="320"/>
            <ac:graphicFrameMk id="8" creationId="{00000000-0000-0000-0000-000000000000}"/>
          </ac:graphicFrameMkLst>
        </pc:graphicFrameChg>
      </pc:sldChg>
      <pc:sldChg chg="modSp mod">
        <pc:chgData name="dattajayshri@gmail.com" userId="033ff451c94eedde" providerId="LiveId" clId="{A948A714-8DDF-4523-82A0-009A7FC8F1AE}" dt="2026-02-25T16:47:51.601" v="379" actId="207"/>
        <pc:sldMkLst>
          <pc:docMk/>
          <pc:sldMk cId="2664312309" sldId="322"/>
        </pc:sldMkLst>
        <pc:spChg chg="mod">
          <ac:chgData name="dattajayshri@gmail.com" userId="033ff451c94eedde" providerId="LiveId" clId="{A948A714-8DDF-4523-82A0-009A7FC8F1AE}" dt="2026-02-24T16:47:58.529" v="13" actId="207"/>
          <ac:spMkLst>
            <pc:docMk/>
            <pc:sldMk cId="2664312309" sldId="322"/>
            <ac:spMk id="2" creationId="{64397EB4-09D9-6BC5-C99E-5B1246AF29D8}"/>
          </ac:spMkLst>
        </pc:spChg>
        <pc:spChg chg="mod">
          <ac:chgData name="dattajayshri@gmail.com" userId="033ff451c94eedde" providerId="LiveId" clId="{A948A714-8DDF-4523-82A0-009A7FC8F1AE}" dt="2026-02-25T16:47:51.601" v="379" actId="207"/>
          <ac:spMkLst>
            <pc:docMk/>
            <pc:sldMk cId="2664312309" sldId="322"/>
            <ac:spMk id="3" creationId="{D830B2FD-DAD5-0293-707D-6E5C1356AC0C}"/>
          </ac:spMkLst>
        </pc:spChg>
        <pc:spChg chg="mod">
          <ac:chgData name="dattajayshri@gmail.com" userId="033ff451c94eedde" providerId="LiveId" clId="{A948A714-8DDF-4523-82A0-009A7FC8F1AE}" dt="2026-02-25T16:39:45.766" v="294"/>
          <ac:spMkLst>
            <pc:docMk/>
            <pc:sldMk cId="2664312309" sldId="322"/>
            <ac:spMk id="4" creationId="{DDCFE695-0733-264F-4611-507BA7831E20}"/>
          </ac:spMkLst>
        </pc:spChg>
      </pc:sldChg>
      <pc:sldChg chg="modSp mod">
        <pc:chgData name="dattajayshri@gmail.com" userId="033ff451c94eedde" providerId="LiveId" clId="{A948A714-8DDF-4523-82A0-009A7FC8F1AE}" dt="2026-02-25T16:39:40.473" v="293"/>
        <pc:sldMkLst>
          <pc:docMk/>
          <pc:sldMk cId="1752085495" sldId="323"/>
        </pc:sldMkLst>
        <pc:spChg chg="mod">
          <ac:chgData name="dattajayshri@gmail.com" userId="033ff451c94eedde" providerId="LiveId" clId="{A948A714-8DDF-4523-82A0-009A7FC8F1AE}" dt="2026-02-25T15:37:13.459" v="100" actId="5793"/>
          <ac:spMkLst>
            <pc:docMk/>
            <pc:sldMk cId="1752085495" sldId="323"/>
            <ac:spMk id="2" creationId="{F9941ADE-5525-1C4B-D7B4-A2A62E098057}"/>
          </ac:spMkLst>
        </pc:spChg>
        <pc:spChg chg="mod">
          <ac:chgData name="dattajayshri@gmail.com" userId="033ff451c94eedde" providerId="LiveId" clId="{A948A714-8DDF-4523-82A0-009A7FC8F1AE}" dt="2026-02-24T16:48:11.823" v="15" actId="207"/>
          <ac:spMkLst>
            <pc:docMk/>
            <pc:sldMk cId="1752085495" sldId="323"/>
            <ac:spMk id="3" creationId="{35824777-082A-7563-52A3-55CCFCBB0A6E}"/>
          </ac:spMkLst>
        </pc:spChg>
        <pc:spChg chg="mod">
          <ac:chgData name="dattajayshri@gmail.com" userId="033ff451c94eedde" providerId="LiveId" clId="{A948A714-8DDF-4523-82A0-009A7FC8F1AE}" dt="2026-02-25T16:39:40.473" v="293"/>
          <ac:spMkLst>
            <pc:docMk/>
            <pc:sldMk cId="1752085495" sldId="323"/>
            <ac:spMk id="4" creationId="{28E9F038-5E69-0AEE-E3CD-3D7554C3E21A}"/>
          </ac:spMkLst>
        </pc:spChg>
      </pc:sldChg>
      <pc:sldChg chg="modSp mod">
        <pc:chgData name="dattajayshri@gmail.com" userId="033ff451c94eedde" providerId="LiveId" clId="{A948A714-8DDF-4523-82A0-009A7FC8F1AE}" dt="2026-02-25T16:48:20.524" v="380" actId="1076"/>
        <pc:sldMkLst>
          <pc:docMk/>
          <pc:sldMk cId="2503883862" sldId="324"/>
        </pc:sldMkLst>
        <pc:spChg chg="mod">
          <ac:chgData name="dattajayshri@gmail.com" userId="033ff451c94eedde" providerId="LiveId" clId="{A948A714-8DDF-4523-82A0-009A7FC8F1AE}" dt="2026-02-24T16:55:03.759" v="45" actId="123"/>
          <ac:spMkLst>
            <pc:docMk/>
            <pc:sldMk cId="2503883862" sldId="324"/>
            <ac:spMk id="2" creationId="{BE5B7853-AE87-16B8-88C3-5A44290475FF}"/>
          </ac:spMkLst>
        </pc:spChg>
        <pc:spChg chg="mod">
          <ac:chgData name="dattajayshri@gmail.com" userId="033ff451c94eedde" providerId="LiveId" clId="{A948A714-8DDF-4523-82A0-009A7FC8F1AE}" dt="2026-02-25T16:48:20.524" v="380" actId="1076"/>
          <ac:spMkLst>
            <pc:docMk/>
            <pc:sldMk cId="2503883862" sldId="324"/>
            <ac:spMk id="3" creationId="{E888F333-87A7-48EF-CC1B-C10164EC3411}"/>
          </ac:spMkLst>
        </pc:spChg>
        <pc:spChg chg="mod">
          <ac:chgData name="dattajayshri@gmail.com" userId="033ff451c94eedde" providerId="LiveId" clId="{A948A714-8DDF-4523-82A0-009A7FC8F1AE}" dt="2026-02-25T16:39:35.593" v="292"/>
          <ac:spMkLst>
            <pc:docMk/>
            <pc:sldMk cId="2503883862" sldId="324"/>
            <ac:spMk id="4" creationId="{26173C47-775C-6CB5-CDB0-756BF7D78C32}"/>
          </ac:spMkLst>
        </pc:spChg>
      </pc:sldChg>
      <pc:sldChg chg="modSp mod">
        <pc:chgData name="dattajayshri@gmail.com" userId="033ff451c94eedde" providerId="LiveId" clId="{A948A714-8DDF-4523-82A0-009A7FC8F1AE}" dt="2026-02-25T16:48:32.835" v="382" actId="1076"/>
        <pc:sldMkLst>
          <pc:docMk/>
          <pc:sldMk cId="2196793442" sldId="325"/>
        </pc:sldMkLst>
        <pc:spChg chg="mod">
          <ac:chgData name="dattajayshri@gmail.com" userId="033ff451c94eedde" providerId="LiveId" clId="{A948A714-8DDF-4523-82A0-009A7FC8F1AE}" dt="2026-02-25T16:48:28.078" v="381" actId="1076"/>
          <ac:spMkLst>
            <pc:docMk/>
            <pc:sldMk cId="2196793442" sldId="325"/>
            <ac:spMk id="2" creationId="{8B5555DB-FD4C-1F47-C802-8BE94A8DB038}"/>
          </ac:spMkLst>
        </pc:spChg>
        <pc:spChg chg="mod">
          <ac:chgData name="dattajayshri@gmail.com" userId="033ff451c94eedde" providerId="LiveId" clId="{A948A714-8DDF-4523-82A0-009A7FC8F1AE}" dt="2026-02-25T16:48:32.835" v="382" actId="1076"/>
          <ac:spMkLst>
            <pc:docMk/>
            <pc:sldMk cId="2196793442" sldId="325"/>
            <ac:spMk id="3" creationId="{FA8BFDD4-6941-4C3E-32A3-F0194B789294}"/>
          </ac:spMkLst>
        </pc:spChg>
        <pc:spChg chg="mod">
          <ac:chgData name="dattajayshri@gmail.com" userId="033ff451c94eedde" providerId="LiveId" clId="{A948A714-8DDF-4523-82A0-009A7FC8F1AE}" dt="2026-02-25T16:39:30.938" v="291"/>
          <ac:spMkLst>
            <pc:docMk/>
            <pc:sldMk cId="2196793442" sldId="325"/>
            <ac:spMk id="4" creationId="{C91E93C3-B1E8-B58A-A0EC-6CD9246F7CC4}"/>
          </ac:spMkLst>
        </pc:spChg>
      </pc:sldChg>
      <pc:sldChg chg="addSp delSp modSp mod">
        <pc:chgData name="dattajayshri@gmail.com" userId="033ff451c94eedde" providerId="LiveId" clId="{A948A714-8DDF-4523-82A0-009A7FC8F1AE}" dt="2026-02-25T16:41:58.652" v="318" actId="1076"/>
        <pc:sldMkLst>
          <pc:docMk/>
          <pc:sldMk cId="321960715" sldId="326"/>
        </pc:sldMkLst>
        <pc:spChg chg="del mod">
          <ac:chgData name="dattajayshri@gmail.com" userId="033ff451c94eedde" providerId="LiveId" clId="{A948A714-8DDF-4523-82A0-009A7FC8F1AE}" dt="2026-02-25T13:47:37.802" v="83" actId="478"/>
          <ac:spMkLst>
            <pc:docMk/>
            <pc:sldMk cId="321960715" sldId="326"/>
            <ac:spMk id="2" creationId="{F86765AB-433D-D02F-3712-5FBCC576CB40}"/>
          </ac:spMkLst>
        </pc:spChg>
        <pc:spChg chg="mod">
          <ac:chgData name="dattajayshri@gmail.com" userId="033ff451c94eedde" providerId="LiveId" clId="{A948A714-8DDF-4523-82A0-009A7FC8F1AE}" dt="2026-02-24T16:48:33.971" v="19" actId="207"/>
          <ac:spMkLst>
            <pc:docMk/>
            <pc:sldMk cId="321960715" sldId="326"/>
            <ac:spMk id="3" creationId="{6DB09E1D-CFA5-5951-92D2-FEA7265CC20D}"/>
          </ac:spMkLst>
        </pc:spChg>
        <pc:spChg chg="mod">
          <ac:chgData name="dattajayshri@gmail.com" userId="033ff451c94eedde" providerId="LiveId" clId="{A948A714-8DDF-4523-82A0-009A7FC8F1AE}" dt="2026-02-25T16:41:58.652" v="318" actId="1076"/>
          <ac:spMkLst>
            <pc:docMk/>
            <pc:sldMk cId="321960715" sldId="326"/>
            <ac:spMk id="4" creationId="{6EFAD06F-774D-29B2-A504-4CC414B6DDDF}"/>
          </ac:spMkLst>
        </pc:spChg>
        <pc:spChg chg="add del">
          <ac:chgData name="dattajayshri@gmail.com" userId="033ff451c94eedde" providerId="LiveId" clId="{A948A714-8DDF-4523-82A0-009A7FC8F1AE}" dt="2026-02-25T13:47:02.560" v="77" actId="478"/>
          <ac:spMkLst>
            <pc:docMk/>
            <pc:sldMk cId="321960715" sldId="326"/>
            <ac:spMk id="10" creationId="{A9205CEE-763A-EE88-FC1F-47DED312CA80}"/>
          </ac:spMkLst>
        </pc:spChg>
        <pc:spChg chg="add del mod">
          <ac:chgData name="dattajayshri@gmail.com" userId="033ff451c94eedde" providerId="LiveId" clId="{A948A714-8DDF-4523-82A0-009A7FC8F1AE}" dt="2026-02-25T13:47:41.318" v="85"/>
          <ac:spMkLst>
            <pc:docMk/>
            <pc:sldMk cId="321960715" sldId="326"/>
            <ac:spMk id="12" creationId="{9CD206CF-1662-3264-C561-EC276A1E51BF}"/>
          </ac:spMkLst>
        </pc:spChg>
        <pc:picChg chg="add del mod">
          <ac:chgData name="dattajayshri@gmail.com" userId="033ff451c94eedde" providerId="LiveId" clId="{A948A714-8DDF-4523-82A0-009A7FC8F1AE}" dt="2026-02-25T13:42:03.438" v="71" actId="478"/>
          <ac:picMkLst>
            <pc:docMk/>
            <pc:sldMk cId="321960715" sldId="326"/>
            <ac:picMk id="7" creationId="{30596A42-0A83-C2D6-A430-A14AC19E0603}"/>
          </ac:picMkLst>
        </pc:picChg>
        <pc:picChg chg="add del mod">
          <ac:chgData name="dattajayshri@gmail.com" userId="033ff451c94eedde" providerId="LiveId" clId="{A948A714-8DDF-4523-82A0-009A7FC8F1AE}" dt="2026-02-25T13:46:53.842" v="75" actId="478"/>
          <ac:picMkLst>
            <pc:docMk/>
            <pc:sldMk cId="321960715" sldId="326"/>
            <ac:picMk id="9" creationId="{EB38C8F3-957E-65FF-CA9B-87CF8899610C}"/>
          </ac:picMkLst>
        </pc:picChg>
        <pc:picChg chg="add mod ord">
          <ac:chgData name="dattajayshri@gmail.com" userId="033ff451c94eedde" providerId="LiveId" clId="{A948A714-8DDF-4523-82A0-009A7FC8F1AE}" dt="2026-02-25T13:48:36.947" v="92" actId="14100"/>
          <ac:picMkLst>
            <pc:docMk/>
            <pc:sldMk cId="321960715" sldId="326"/>
            <ac:picMk id="14" creationId="{9B8CD4B5-9877-F8ED-6A47-A5E020BB2C09}"/>
          </ac:picMkLst>
        </pc:picChg>
      </pc:sldChg>
      <pc:sldChg chg="modSp mod">
        <pc:chgData name="dattajayshri@gmail.com" userId="033ff451c94eedde" providerId="LiveId" clId="{A948A714-8DDF-4523-82A0-009A7FC8F1AE}" dt="2026-02-25T16:38:33.044" v="285"/>
        <pc:sldMkLst>
          <pc:docMk/>
          <pc:sldMk cId="1224851549" sldId="327"/>
        </pc:sldMkLst>
        <pc:spChg chg="mod">
          <ac:chgData name="dattajayshri@gmail.com" userId="033ff451c94eedde" providerId="LiveId" clId="{A948A714-8DDF-4523-82A0-009A7FC8F1AE}" dt="2026-02-24T16:53:35.618" v="38" actId="123"/>
          <ac:spMkLst>
            <pc:docMk/>
            <pc:sldMk cId="1224851549" sldId="327"/>
            <ac:spMk id="2" creationId="{95BE5CF8-8EBF-90F8-4654-82F301C50D51}"/>
          </ac:spMkLst>
        </pc:spChg>
        <pc:spChg chg="mod">
          <ac:chgData name="dattajayshri@gmail.com" userId="033ff451c94eedde" providerId="LiveId" clId="{A948A714-8DDF-4523-82A0-009A7FC8F1AE}" dt="2026-02-24T16:49:51.854" v="27" actId="207"/>
          <ac:spMkLst>
            <pc:docMk/>
            <pc:sldMk cId="1224851549" sldId="327"/>
            <ac:spMk id="3" creationId="{2A1CCDBE-52C3-047B-EAA0-1BD52F8FBEBC}"/>
          </ac:spMkLst>
        </pc:spChg>
        <pc:spChg chg="mod">
          <ac:chgData name="dattajayshri@gmail.com" userId="033ff451c94eedde" providerId="LiveId" clId="{A948A714-8DDF-4523-82A0-009A7FC8F1AE}" dt="2026-02-25T16:38:33.044" v="285"/>
          <ac:spMkLst>
            <pc:docMk/>
            <pc:sldMk cId="1224851549" sldId="327"/>
            <ac:spMk id="4" creationId="{3908BDB3-4B2D-9D93-3B9D-BF34CFF2D187}"/>
          </ac:spMkLst>
        </pc:spChg>
      </pc:sldChg>
      <pc:sldChg chg="addSp delSp modSp mod">
        <pc:chgData name="dattajayshri@gmail.com" userId="033ff451c94eedde" providerId="LiveId" clId="{A948A714-8DDF-4523-82A0-009A7FC8F1AE}" dt="2026-02-25T16:53:30.963" v="399" actId="14100"/>
        <pc:sldMkLst>
          <pc:docMk/>
          <pc:sldMk cId="2025023298" sldId="329"/>
        </pc:sldMkLst>
        <pc:spChg chg="mod">
          <ac:chgData name="dattajayshri@gmail.com" userId="033ff451c94eedde" providerId="LiveId" clId="{A948A714-8DDF-4523-82A0-009A7FC8F1AE}" dt="2026-02-25T16:53:30.963" v="399" actId="14100"/>
          <ac:spMkLst>
            <pc:docMk/>
            <pc:sldMk cId="2025023298" sldId="329"/>
            <ac:spMk id="2" creationId="{386CBA7A-59BD-0708-6FD5-58E21C78F86D}"/>
          </ac:spMkLst>
        </pc:spChg>
        <pc:spChg chg="mod">
          <ac:chgData name="dattajayshri@gmail.com" userId="033ff451c94eedde" providerId="LiveId" clId="{A948A714-8DDF-4523-82A0-009A7FC8F1AE}" dt="2026-02-25T16:47:28.632" v="378" actId="1076"/>
          <ac:spMkLst>
            <pc:docMk/>
            <pc:sldMk cId="2025023298" sldId="329"/>
            <ac:spMk id="3" creationId="{4643C1CF-1C87-375E-3112-A205E9F04A12}"/>
          </ac:spMkLst>
        </pc:spChg>
        <pc:spChg chg="add">
          <ac:chgData name="dattajayshri@gmail.com" userId="033ff451c94eedde" providerId="LiveId" clId="{A948A714-8DDF-4523-82A0-009A7FC8F1AE}" dt="2026-02-25T16:52:22.622" v="383"/>
          <ac:spMkLst>
            <pc:docMk/>
            <pc:sldMk cId="2025023298" sldId="329"/>
            <ac:spMk id="6" creationId="{EC09831C-DA5B-3826-C053-AD09B3A55A23}"/>
          </ac:spMkLst>
        </pc:spChg>
        <pc:spChg chg="add mod">
          <ac:chgData name="dattajayshri@gmail.com" userId="033ff451c94eedde" providerId="LiveId" clId="{A948A714-8DDF-4523-82A0-009A7FC8F1AE}" dt="2026-02-25T16:52:32.723" v="389"/>
          <ac:spMkLst>
            <pc:docMk/>
            <pc:sldMk cId="2025023298" sldId="329"/>
            <ac:spMk id="7" creationId="{00BBC00C-1C0D-315F-F583-5AF49885BF37}"/>
          </ac:spMkLst>
        </pc:spChg>
        <pc:spChg chg="add del mod">
          <ac:chgData name="dattajayshri@gmail.com" userId="033ff451c94eedde" providerId="LiveId" clId="{A948A714-8DDF-4523-82A0-009A7FC8F1AE}" dt="2026-02-25T16:53:00.732" v="395" actId="478"/>
          <ac:spMkLst>
            <pc:docMk/>
            <pc:sldMk cId="2025023298" sldId="329"/>
            <ac:spMk id="8" creationId="{96555BC4-E02C-CE60-E2D2-737C929FC3C6}"/>
          </ac:spMkLst>
        </pc:spChg>
      </pc:sldChg>
      <pc:sldChg chg="modSp del mod">
        <pc:chgData name="dattajayshri@gmail.com" userId="033ff451c94eedde" providerId="LiveId" clId="{A948A714-8DDF-4523-82A0-009A7FC8F1AE}" dt="2026-02-25T13:48:05.379" v="87" actId="2696"/>
        <pc:sldMkLst>
          <pc:docMk/>
          <pc:sldMk cId="1801273714" sldId="330"/>
        </pc:sldMkLst>
        <pc:spChg chg="mod">
          <ac:chgData name="dattajayshri@gmail.com" userId="033ff451c94eedde" providerId="LiveId" clId="{A948A714-8DDF-4523-82A0-009A7FC8F1AE}" dt="2026-02-24T16:48:56.687" v="21" actId="207"/>
          <ac:spMkLst>
            <pc:docMk/>
            <pc:sldMk cId="1801273714" sldId="330"/>
            <ac:spMk id="2" creationId="{911FE3F4-6339-D351-BE80-D50620B9F90C}"/>
          </ac:spMkLst>
        </pc:spChg>
      </pc:sldChg>
      <pc:sldChg chg="modSp mod">
        <pc:chgData name="dattajayshri@gmail.com" userId="033ff451c94eedde" providerId="LiveId" clId="{A948A714-8DDF-4523-82A0-009A7FC8F1AE}" dt="2026-02-25T16:41:56.864" v="317" actId="20577"/>
        <pc:sldMkLst>
          <pc:docMk/>
          <pc:sldMk cId="1419185277" sldId="331"/>
        </pc:sldMkLst>
        <pc:spChg chg="mod">
          <ac:chgData name="dattajayshri@gmail.com" userId="033ff451c94eedde" providerId="LiveId" clId="{A948A714-8DDF-4523-82A0-009A7FC8F1AE}" dt="2026-02-24T16:49:40.820" v="26" actId="207"/>
          <ac:spMkLst>
            <pc:docMk/>
            <pc:sldMk cId="1419185277" sldId="331"/>
            <ac:spMk id="2" creationId="{59475FBB-A44B-2EAB-2ED4-0EA943A8C610}"/>
          </ac:spMkLst>
        </pc:spChg>
        <pc:spChg chg="mod">
          <ac:chgData name="dattajayshri@gmail.com" userId="033ff451c94eedde" providerId="LiveId" clId="{A948A714-8DDF-4523-82A0-009A7FC8F1AE}" dt="2026-02-24T16:49:36.471" v="25" actId="207"/>
          <ac:spMkLst>
            <pc:docMk/>
            <pc:sldMk cId="1419185277" sldId="331"/>
            <ac:spMk id="3" creationId="{A13E0D2E-4BF3-B126-7085-155BF00C2078}"/>
          </ac:spMkLst>
        </pc:spChg>
        <pc:spChg chg="mod">
          <ac:chgData name="dattajayshri@gmail.com" userId="033ff451c94eedde" providerId="LiveId" clId="{A948A714-8DDF-4523-82A0-009A7FC8F1AE}" dt="2026-02-25T16:41:56.864" v="317" actId="20577"/>
          <ac:spMkLst>
            <pc:docMk/>
            <pc:sldMk cId="1419185277" sldId="331"/>
            <ac:spMk id="4" creationId="{EF167165-3007-9226-C015-297930566E8C}"/>
          </ac:spMkLst>
        </pc:spChg>
      </pc:sldChg>
      <pc:sldChg chg="addSp modSp mod">
        <pc:chgData name="dattajayshri@gmail.com" userId="033ff451c94eedde" providerId="LiveId" clId="{A948A714-8DDF-4523-82A0-009A7FC8F1AE}" dt="2026-02-25T16:55:47.176" v="424" actId="14100"/>
        <pc:sldMkLst>
          <pc:docMk/>
          <pc:sldMk cId="1748610189" sldId="332"/>
        </pc:sldMkLst>
        <pc:spChg chg="mod">
          <ac:chgData name="dattajayshri@gmail.com" userId="033ff451c94eedde" providerId="LiveId" clId="{A948A714-8DDF-4523-82A0-009A7FC8F1AE}" dt="2026-02-25T16:55:47.176" v="424" actId="14100"/>
          <ac:spMkLst>
            <pc:docMk/>
            <pc:sldMk cId="1748610189" sldId="332"/>
            <ac:spMk id="2" creationId="{127C31C8-CDE6-623B-B5A1-E5698D6EB0E1}"/>
          </ac:spMkLst>
        </pc:spChg>
        <pc:spChg chg="mod">
          <ac:chgData name="dattajayshri@gmail.com" userId="033ff451c94eedde" providerId="LiveId" clId="{A948A714-8DDF-4523-82A0-009A7FC8F1AE}" dt="2026-02-25T16:38:54.606" v="287"/>
          <ac:spMkLst>
            <pc:docMk/>
            <pc:sldMk cId="1748610189" sldId="332"/>
            <ac:spMk id="4" creationId="{3088132D-6AD0-7D0E-FB02-55573F7F6BD9}"/>
          </ac:spMkLst>
        </pc:spChg>
        <pc:spChg chg="add">
          <ac:chgData name="dattajayshri@gmail.com" userId="033ff451c94eedde" providerId="LiveId" clId="{A948A714-8DDF-4523-82A0-009A7FC8F1AE}" dt="2026-02-25T16:54:08.338" v="402"/>
          <ac:spMkLst>
            <pc:docMk/>
            <pc:sldMk cId="1748610189" sldId="332"/>
            <ac:spMk id="6" creationId="{09F23540-E2AA-17AF-5144-2C894DF203E3}"/>
          </ac:spMkLst>
        </pc:spChg>
      </pc:sldChg>
      <pc:sldChg chg="modSp mod">
        <pc:chgData name="dattajayshri@gmail.com" userId="033ff451c94eedde" providerId="LiveId" clId="{A948A714-8DDF-4523-82A0-009A7FC8F1AE}" dt="2026-02-25T16:56:08.758" v="425" actId="14100"/>
        <pc:sldMkLst>
          <pc:docMk/>
          <pc:sldMk cId="3923996172" sldId="333"/>
        </pc:sldMkLst>
        <pc:spChg chg="mod">
          <ac:chgData name="dattajayshri@gmail.com" userId="033ff451c94eedde" providerId="LiveId" clId="{A948A714-8DDF-4523-82A0-009A7FC8F1AE}" dt="2026-02-25T16:56:08.758" v="425" actId="14100"/>
          <ac:spMkLst>
            <pc:docMk/>
            <pc:sldMk cId="3923996172" sldId="333"/>
            <ac:spMk id="2" creationId="{A695FE95-0EDF-E289-2993-E674855D3A27}"/>
          </ac:spMkLst>
        </pc:spChg>
        <pc:spChg chg="mod">
          <ac:chgData name="dattajayshri@gmail.com" userId="033ff451c94eedde" providerId="LiveId" clId="{A948A714-8DDF-4523-82A0-009A7FC8F1AE}" dt="2026-02-25T16:38:44.569" v="286"/>
          <ac:spMkLst>
            <pc:docMk/>
            <pc:sldMk cId="3923996172" sldId="333"/>
            <ac:spMk id="4" creationId="{90F00F84-CB07-47B1-F24D-587DBA09F332}"/>
          </ac:spMkLst>
        </pc:spChg>
      </pc:sldChg>
      <pc:sldChg chg="modSp new del mod">
        <pc:chgData name="dattajayshri@gmail.com" userId="033ff451c94eedde" providerId="LiveId" clId="{A948A714-8DDF-4523-82A0-009A7FC8F1AE}" dt="2026-02-25T15:36:02.135" v="98" actId="47"/>
        <pc:sldMkLst>
          <pc:docMk/>
          <pc:sldMk cId="398683641" sldId="334"/>
        </pc:sldMkLst>
        <pc:spChg chg="mod">
          <ac:chgData name="dattajayshri@gmail.com" userId="033ff451c94eedde" providerId="LiveId" clId="{A948A714-8DDF-4523-82A0-009A7FC8F1AE}" dt="2026-02-25T15:35:04.507" v="94"/>
          <ac:spMkLst>
            <pc:docMk/>
            <pc:sldMk cId="398683641" sldId="334"/>
            <ac:spMk id="2" creationId="{14FC3808-7E22-15F1-99AF-3F440BA1396B}"/>
          </ac:spMkLst>
        </pc:spChg>
        <pc:spChg chg="mod">
          <ac:chgData name="dattajayshri@gmail.com" userId="033ff451c94eedde" providerId="LiveId" clId="{A948A714-8DDF-4523-82A0-009A7FC8F1AE}" dt="2026-02-25T15:36:00.516" v="97" actId="6549"/>
          <ac:spMkLst>
            <pc:docMk/>
            <pc:sldMk cId="398683641" sldId="334"/>
            <ac:spMk id="3" creationId="{679BA62D-53FC-948A-A3DA-755D1E8AE19C}"/>
          </ac:spMkLst>
        </pc:spChg>
      </pc:sldChg>
      <pc:sldChg chg="new del">
        <pc:chgData name="dattajayshri@gmail.com" userId="033ff451c94eedde" providerId="LiveId" clId="{A948A714-8DDF-4523-82A0-009A7FC8F1AE}" dt="2026-02-25T15:49:27.622" v="122" actId="2696"/>
        <pc:sldMkLst>
          <pc:docMk/>
          <pc:sldMk cId="1155626714" sldId="334"/>
        </pc:sldMkLst>
      </pc:sldChg>
      <pc:sldChg chg="addSp delSp modSp new mod">
        <pc:chgData name="dattajayshri@gmail.com" userId="033ff451c94eedde" providerId="LiveId" clId="{A948A714-8DDF-4523-82A0-009A7FC8F1AE}" dt="2026-02-25T16:47:12.801" v="377" actId="14100"/>
        <pc:sldMkLst>
          <pc:docMk/>
          <pc:sldMk cId="705122338" sldId="335"/>
        </pc:sldMkLst>
        <pc:spChg chg="add del mod">
          <ac:chgData name="dattajayshri@gmail.com" userId="033ff451c94eedde" providerId="LiveId" clId="{A948A714-8DDF-4523-82A0-009A7FC8F1AE}" dt="2026-02-25T16:04:02.448" v="242" actId="14100"/>
          <ac:spMkLst>
            <pc:docMk/>
            <pc:sldMk cId="705122338" sldId="335"/>
            <ac:spMk id="2" creationId="{633750CE-6AA4-5E42-DB4A-AC7E85CCFF21}"/>
          </ac:spMkLst>
        </pc:spChg>
        <pc:spChg chg="mod">
          <ac:chgData name="dattajayshri@gmail.com" userId="033ff451c94eedde" providerId="LiveId" clId="{A948A714-8DDF-4523-82A0-009A7FC8F1AE}" dt="2026-02-25T15:47:52.066" v="113" actId="27636"/>
          <ac:spMkLst>
            <pc:docMk/>
            <pc:sldMk cId="705122338" sldId="335"/>
            <ac:spMk id="3" creationId="{46B930B5-5852-F754-6179-57D5B2601582}"/>
          </ac:spMkLst>
        </pc:spChg>
        <pc:spChg chg="mod">
          <ac:chgData name="dattajayshri@gmail.com" userId="033ff451c94eedde" providerId="LiveId" clId="{A948A714-8DDF-4523-82A0-009A7FC8F1AE}" dt="2026-02-25T16:39:02.198" v="288"/>
          <ac:spMkLst>
            <pc:docMk/>
            <pc:sldMk cId="705122338" sldId="335"/>
            <ac:spMk id="4" creationId="{E31E06AF-6930-5AF7-FA81-E776D774BAFD}"/>
          </ac:spMkLst>
        </pc:spChg>
        <pc:spChg chg="add del mod">
          <ac:chgData name="dattajayshri@gmail.com" userId="033ff451c94eedde" providerId="LiveId" clId="{A948A714-8DDF-4523-82A0-009A7FC8F1AE}" dt="2026-02-25T15:57:11.491" v="152" actId="21"/>
          <ac:spMkLst>
            <pc:docMk/>
            <pc:sldMk cId="705122338" sldId="335"/>
            <ac:spMk id="8" creationId="{A4859D1F-15AE-9087-3F1E-F106F70E2DA6}"/>
          </ac:spMkLst>
        </pc:spChg>
        <pc:spChg chg="add mod">
          <ac:chgData name="dattajayshri@gmail.com" userId="033ff451c94eedde" providerId="LiveId" clId="{A948A714-8DDF-4523-82A0-009A7FC8F1AE}" dt="2026-02-25T15:57:18.197" v="154"/>
          <ac:spMkLst>
            <pc:docMk/>
            <pc:sldMk cId="705122338" sldId="335"/>
            <ac:spMk id="9" creationId="{633750CE-6AA4-5E42-DB4A-AC7E85CCFF21}"/>
          </ac:spMkLst>
        </pc:spChg>
        <pc:graphicFrameChg chg="add del mod modGraphic">
          <ac:chgData name="dattajayshri@gmail.com" userId="033ff451c94eedde" providerId="LiveId" clId="{A948A714-8DDF-4523-82A0-009A7FC8F1AE}" dt="2026-02-25T16:47:12.801" v="377" actId="14100"/>
          <ac:graphicFrameMkLst>
            <pc:docMk/>
            <pc:sldMk cId="705122338" sldId="335"/>
            <ac:graphicFrameMk id="6" creationId="{10F053D5-C18F-66A5-FEEF-F469ABDA7E66}"/>
          </ac:graphicFrameMkLst>
        </pc:graphicFrameChg>
        <pc:graphicFrameChg chg="add mod">
          <ac:chgData name="dattajayshri@gmail.com" userId="033ff451c94eedde" providerId="LiveId" clId="{A948A714-8DDF-4523-82A0-009A7FC8F1AE}" dt="2026-02-25T15:57:17.269" v="153"/>
          <ac:graphicFrameMkLst>
            <pc:docMk/>
            <pc:sldMk cId="705122338" sldId="335"/>
            <ac:graphicFrameMk id="10" creationId="{10F053D5-C18F-66A5-FEEF-F469ABDA7E66}"/>
          </ac:graphicFrameMkLst>
        </pc:graphicFrameChg>
      </pc:sldChg>
      <pc:sldChg chg="delSp modSp new mod">
        <pc:chgData name="dattajayshri@gmail.com" userId="033ff451c94eedde" providerId="LiveId" clId="{A948A714-8DDF-4523-82A0-009A7FC8F1AE}" dt="2026-02-25T16:44:38.264" v="350" actId="20577"/>
        <pc:sldMkLst>
          <pc:docMk/>
          <pc:sldMk cId="1326827130" sldId="336"/>
        </pc:sldMkLst>
        <pc:spChg chg="mod">
          <ac:chgData name="dattajayshri@gmail.com" userId="033ff451c94eedde" providerId="LiveId" clId="{A948A714-8DDF-4523-82A0-009A7FC8F1AE}" dt="2026-02-25T16:44:19.893" v="345" actId="122"/>
          <ac:spMkLst>
            <pc:docMk/>
            <pc:sldMk cId="1326827130" sldId="336"/>
            <ac:spMk id="2" creationId="{8F59A6C8-3F04-5EAF-1A28-5BD26C47EE5D}"/>
          </ac:spMkLst>
        </pc:spChg>
        <pc:spChg chg="del">
          <ac:chgData name="dattajayshri@gmail.com" userId="033ff451c94eedde" providerId="LiveId" clId="{A948A714-8DDF-4523-82A0-009A7FC8F1AE}" dt="2026-02-25T16:43:38.288" v="328" actId="478"/>
          <ac:spMkLst>
            <pc:docMk/>
            <pc:sldMk cId="1326827130" sldId="336"/>
            <ac:spMk id="3" creationId="{A9C46975-97AE-4BD8-EEC2-F394544AE27F}"/>
          </ac:spMkLst>
        </pc:spChg>
        <pc:spChg chg="mod">
          <ac:chgData name="dattajayshri@gmail.com" userId="033ff451c94eedde" providerId="LiveId" clId="{A948A714-8DDF-4523-82A0-009A7FC8F1AE}" dt="2026-02-25T16:44:38.264" v="350" actId="20577"/>
          <ac:spMkLst>
            <pc:docMk/>
            <pc:sldMk cId="1326827130" sldId="336"/>
            <ac:spMk id="4" creationId="{09A72573-78EF-F7CA-04A8-FFB6F48FF05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30/8/2019</a:t>
            </a: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B7ED3-1D48-4FDE-AD67-DBFD27F00B43}" type="slidenum">
              <a:rPr lang="en-US" smtClean="0"/>
              <a:pPr/>
              <a:t>‹#›</a:t>
            </a:fld>
            <a:endParaRPr lang="en-US"/>
          </a:p>
        </p:txBody>
      </p:sp>
    </p:spTree>
    <p:extLst>
      <p:ext uri="{BB962C8B-B14F-4D97-AF65-F5344CB8AC3E}">
        <p14:creationId xmlns:p14="http://schemas.microsoft.com/office/powerpoint/2010/main" val="799195396"/>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30/8/2019</a:t>
            </a: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5F033-B048-4B18-86AB-3A20A7891B0B}" type="slidenum">
              <a:rPr lang="en-US" smtClean="0"/>
              <a:pPr/>
              <a:t>‹#›</a:t>
            </a:fld>
            <a:endParaRPr lang="en-US"/>
          </a:p>
        </p:txBody>
      </p:sp>
    </p:spTree>
    <p:extLst>
      <p:ext uri="{BB962C8B-B14F-4D97-AF65-F5344CB8AC3E}">
        <p14:creationId xmlns:p14="http://schemas.microsoft.com/office/powerpoint/2010/main" val="3079744772"/>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r>
              <a:rPr lang="en-US"/>
              <a:t>30/8/2019</a:t>
            </a:r>
          </a:p>
        </p:txBody>
      </p:sp>
      <p:sp>
        <p:nvSpPr>
          <p:cNvPr id="5" name="Slide Number Placeholder 4"/>
          <p:cNvSpPr>
            <a:spLocks noGrp="1"/>
          </p:cNvSpPr>
          <p:nvPr>
            <p:ph type="sldNum" sz="quarter" idx="11"/>
          </p:nvPr>
        </p:nvSpPr>
        <p:spPr/>
        <p:txBody>
          <a:bodyPr/>
          <a:lstStyle/>
          <a:p>
            <a:fld id="{F9B5F033-B048-4B18-86AB-3A20A7891B0B}" type="slidenum">
              <a:rPr lang="en-US" smtClean="0"/>
              <a:pPr/>
              <a:t>1</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815773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81751"/>
            <a:ext cx="2057400" cy="365125"/>
          </a:xfrm>
          <a:prstGeom prst="rect">
            <a:avLst/>
          </a:prstGeom>
        </p:spPr>
        <p:txBody>
          <a:bodyPr/>
          <a:lstStyle/>
          <a:p>
            <a:r>
              <a:rPr lang="en-US"/>
              <a:t>8/14/2020</a:t>
            </a:r>
            <a:endParaRPr lang="en-US" dirty="0"/>
          </a:p>
        </p:txBody>
      </p:sp>
      <p:sp>
        <p:nvSpPr>
          <p:cNvPr id="5" name="Footer Placeholder 4"/>
          <p:cNvSpPr>
            <a:spLocks noGrp="1"/>
          </p:cNvSpPr>
          <p:nvPr>
            <p:ph type="ftr" sz="quarter" idx="11"/>
          </p:nvPr>
        </p:nvSpPr>
        <p:spPr/>
        <p:txBody>
          <a:bodyPr/>
          <a:lstStyle/>
          <a:p>
            <a:r>
              <a:rPr lang="en-US"/>
              <a:t>Academic Year 2020-21 , Semester-2</a:t>
            </a:r>
            <a:endParaRPr lang="en-US" dirty="0"/>
          </a:p>
        </p:txBody>
      </p:sp>
      <p:sp>
        <p:nvSpPr>
          <p:cNvPr id="6" name="Slide Number Placeholder 5"/>
          <p:cNvSpPr>
            <a:spLocks noGrp="1"/>
          </p:cNvSpPr>
          <p:nvPr>
            <p:ph type="sldNum" sz="quarter" idx="12"/>
          </p:nvPr>
        </p:nvSpPr>
        <p:spPr>
          <a:xfrm>
            <a:off x="6457950" y="6381751"/>
            <a:ext cx="2057400" cy="365125"/>
          </a:xfrm>
          <a:prstGeom prst="rect">
            <a:avLst/>
          </a:prstGeom>
        </p:spPr>
        <p:txBody>
          <a:bodyPr/>
          <a:lstStyle/>
          <a:p>
            <a:r>
              <a:rPr lang="en-US"/>
              <a:t>1</a:t>
            </a:r>
            <a:endParaRPr lang="en-US" dirty="0"/>
          </a:p>
        </p:txBody>
      </p:sp>
    </p:spTree>
    <p:extLst>
      <p:ext uri="{BB962C8B-B14F-4D97-AF65-F5344CB8AC3E}">
        <p14:creationId xmlns:p14="http://schemas.microsoft.com/office/powerpoint/2010/main" val="3965486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228600" indent="-228600">
              <a:buFont typeface="Wingdings" panose="05000000000000000000" pitchFamily="2" charset="2"/>
              <a:buChar char="v"/>
              <a:defRPr sz="1800">
                <a:latin typeface="Times New Roman" panose="02020603050405020304" pitchFamily="18" charset="0"/>
                <a:cs typeface="Times New Roman" panose="02020603050405020304" pitchFamily="18" charset="0"/>
              </a:defRPr>
            </a:lvl1pPr>
            <a:lvl2pPr marL="685800" indent="-228600">
              <a:buFont typeface="Wingdings" panose="05000000000000000000" pitchFamily="2" charset="2"/>
              <a:buChar char="§"/>
              <a:defRPr sz="2000">
                <a:latin typeface="Times New Roman" panose="02020603050405020304" pitchFamily="18" charset="0"/>
                <a:cs typeface="Times New Roman" panose="02020603050405020304" pitchFamily="18" charset="0"/>
              </a:defRPr>
            </a:lvl2pPr>
            <a:lvl3pPr marL="1143000" indent="-228600">
              <a:buFont typeface="Wingdings" panose="05000000000000000000" pitchFamily="2" charset="2"/>
              <a:buChar char="v"/>
              <a:defRPr sz="1800">
                <a:latin typeface="Times New Roman" panose="02020603050405020304" pitchFamily="18" charset="0"/>
                <a:cs typeface="Times New Roman" panose="02020603050405020304" pitchFamily="18" charset="0"/>
              </a:defRPr>
            </a:lvl3pPr>
            <a:lvl4pPr marL="1600200" indent="-228600">
              <a:buFont typeface="Wingdings" panose="05000000000000000000" pitchFamily="2" charset="2"/>
              <a:buChar char="v"/>
              <a:defRPr>
                <a:latin typeface="Times New Roman" panose="02020603050405020304" pitchFamily="18" charset="0"/>
                <a:cs typeface="Times New Roman" panose="02020603050405020304" pitchFamily="18" charset="0"/>
              </a:defRPr>
            </a:lvl4pPr>
            <a:lvl5pPr marL="2057400" indent="-228600">
              <a:buFont typeface="Wingdings" panose="05000000000000000000" pitchFamily="2" charset="2"/>
              <a:buChar char="v"/>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lvl1pPr>
              <a:defRPr sz="4000" b="1" cap="none" spc="0">
                <a:ln/>
                <a:solidFill>
                  <a:schemeClr val="accent1">
                    <a:lumMod val="50000"/>
                  </a:schemeClr>
                </a:solidFill>
                <a:effectLst/>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8" name="Date Placeholder 7"/>
          <p:cNvSpPr>
            <a:spLocks noGrp="1"/>
          </p:cNvSpPr>
          <p:nvPr>
            <p:ph type="dt" sz="half" idx="10"/>
          </p:nvPr>
        </p:nvSpPr>
        <p:spPr>
          <a:xfrm>
            <a:off x="628650" y="6356351"/>
            <a:ext cx="2057400" cy="365125"/>
          </a:xfrm>
          <a:prstGeom prst="rect">
            <a:avLst/>
          </a:prstGeom>
        </p:spPr>
        <p:txBody>
          <a:bodyPr/>
          <a:lstStyle>
            <a:lvl1pPr>
              <a:defRPr sz="1200">
                <a:solidFill>
                  <a:srgbClr val="FF0000"/>
                </a:solidFill>
                <a:latin typeface="Times New Roman" panose="02020603050405020304" pitchFamily="18" charset="0"/>
                <a:cs typeface="Times New Roman" panose="02020603050405020304" pitchFamily="18" charset="0"/>
              </a:defRPr>
            </a:lvl1pPr>
          </a:lstStyle>
          <a:p>
            <a:r>
              <a:rPr lang="en-US"/>
              <a:t>8/14/2020</a:t>
            </a:r>
            <a:endParaRPr lang="en-US" dirty="0"/>
          </a:p>
        </p:txBody>
      </p:sp>
      <p:sp>
        <p:nvSpPr>
          <p:cNvPr id="9" name="Footer Placeholder 8"/>
          <p:cNvSpPr>
            <a:spLocks noGrp="1"/>
          </p:cNvSpPr>
          <p:nvPr>
            <p:ph type="ftr" sz="quarter" idx="11"/>
          </p:nvPr>
        </p:nvSpPr>
        <p:spPr/>
        <p:txBody>
          <a:bodyPr/>
          <a:lstStyle/>
          <a:p>
            <a:r>
              <a:rPr lang="en-US"/>
              <a:t>Academic Year 2020-21 , Semester-2</a:t>
            </a:r>
            <a:endParaRPr lang="en-US" dirty="0"/>
          </a:p>
        </p:txBody>
      </p:sp>
      <p:sp>
        <p:nvSpPr>
          <p:cNvPr id="10" name="Slide Number Placeholder 9"/>
          <p:cNvSpPr>
            <a:spLocks noGrp="1"/>
          </p:cNvSpPr>
          <p:nvPr>
            <p:ph type="sldNum" sz="quarter" idx="12"/>
          </p:nvPr>
        </p:nvSpPr>
        <p:spPr>
          <a:xfrm>
            <a:off x="6457950" y="6381751"/>
            <a:ext cx="2057400" cy="365125"/>
          </a:xfrm>
          <a:prstGeom prst="rect">
            <a:avLst/>
          </a:prstGeom>
        </p:spPr>
        <p:txBody>
          <a:bodyPr/>
          <a:lstStyle>
            <a:lvl1pPr>
              <a:defRPr sz="1400">
                <a:solidFill>
                  <a:srgbClr val="FF0000"/>
                </a:solidFill>
              </a:defRPr>
            </a:lvl1p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1353123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8" name="Footer Placeholder 7"/>
          <p:cNvSpPr>
            <a:spLocks noGrp="1"/>
          </p:cNvSpPr>
          <p:nvPr>
            <p:ph type="ftr" sz="quarter" idx="11"/>
          </p:nvPr>
        </p:nvSpPr>
        <p:spPr/>
        <p:txBody>
          <a:bodyPr/>
          <a:lstStyle/>
          <a:p>
            <a:r>
              <a:rPr lang="en-US"/>
              <a:t>Academic Year 2020-21 , Semester-2</a:t>
            </a:r>
            <a:endParaRPr lang="en-US" dirty="0"/>
          </a:p>
        </p:txBody>
      </p:sp>
      <p:sp>
        <p:nvSpPr>
          <p:cNvPr id="9" name="Slide Number Placeholder 8"/>
          <p:cNvSpPr>
            <a:spLocks noGrp="1"/>
          </p:cNvSpPr>
          <p:nvPr>
            <p:ph type="sldNum" sz="quarter" idx="12"/>
          </p:nvPr>
        </p:nvSpPr>
        <p:spPr>
          <a:xfrm>
            <a:off x="6457950" y="6381751"/>
            <a:ext cx="2057400" cy="365125"/>
          </a:xfrm>
          <a:prstGeom prst="rect">
            <a:avLst/>
          </a:prstGeom>
        </p:spPr>
        <p:txBody>
          <a:body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3876888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628650" y="1825625"/>
            <a:ext cx="38862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9" name="Footer Placeholder 8"/>
          <p:cNvSpPr>
            <a:spLocks noGrp="1"/>
          </p:cNvSpPr>
          <p:nvPr>
            <p:ph type="ftr" sz="quarter" idx="11"/>
          </p:nvPr>
        </p:nvSpPr>
        <p:spPr/>
        <p:txBody>
          <a:bodyPr/>
          <a:lstStyle/>
          <a:p>
            <a:r>
              <a:rPr lang="en-US"/>
              <a:t>Academic Year 2020-21 , Semester-2</a:t>
            </a:r>
            <a:endParaRPr lang="en-US" dirty="0"/>
          </a:p>
        </p:txBody>
      </p:sp>
      <p:sp>
        <p:nvSpPr>
          <p:cNvPr id="10" name="Slide Number Placeholder 9"/>
          <p:cNvSpPr>
            <a:spLocks noGrp="1"/>
          </p:cNvSpPr>
          <p:nvPr>
            <p:ph type="sldNum" sz="quarter" idx="12"/>
          </p:nvPr>
        </p:nvSpPr>
        <p:spPr>
          <a:xfrm>
            <a:off x="6457950" y="6381751"/>
            <a:ext cx="2057400" cy="365125"/>
          </a:xfrm>
          <a:prstGeom prst="rect">
            <a:avLst/>
          </a:prstGeom>
        </p:spPr>
        <p:txBody>
          <a:body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1717257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11" name="Footer Placeholder 10"/>
          <p:cNvSpPr>
            <a:spLocks noGrp="1"/>
          </p:cNvSpPr>
          <p:nvPr>
            <p:ph type="ftr" sz="quarter" idx="11"/>
          </p:nvPr>
        </p:nvSpPr>
        <p:spPr/>
        <p:txBody>
          <a:bodyPr/>
          <a:lstStyle/>
          <a:p>
            <a:r>
              <a:rPr lang="en-US"/>
              <a:t>Academic Year 2020-21 , Semester-2</a:t>
            </a:r>
            <a:endParaRPr lang="en-US" dirty="0"/>
          </a:p>
        </p:txBody>
      </p:sp>
      <p:sp>
        <p:nvSpPr>
          <p:cNvPr id="12" name="Slide Number Placeholder 11"/>
          <p:cNvSpPr>
            <a:spLocks noGrp="1"/>
          </p:cNvSpPr>
          <p:nvPr>
            <p:ph type="sldNum" sz="quarter" idx="12"/>
          </p:nvPr>
        </p:nvSpPr>
        <p:spPr>
          <a:xfrm>
            <a:off x="6457950" y="6381751"/>
            <a:ext cx="2057400" cy="365125"/>
          </a:xfrm>
          <a:prstGeom prst="rect">
            <a:avLst/>
          </a:prstGeom>
        </p:spPr>
        <p:txBody>
          <a:body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3171542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7" name="Footer Placeholder 6"/>
          <p:cNvSpPr>
            <a:spLocks noGrp="1"/>
          </p:cNvSpPr>
          <p:nvPr>
            <p:ph type="ftr" sz="quarter" idx="11"/>
          </p:nvPr>
        </p:nvSpPr>
        <p:spPr/>
        <p:txBody>
          <a:bodyPr/>
          <a:lstStyle/>
          <a:p>
            <a:r>
              <a:rPr lang="en-US"/>
              <a:t>Academic Year 2020-21 , Semester-2</a:t>
            </a:r>
            <a:endParaRPr lang="en-US" dirty="0"/>
          </a:p>
        </p:txBody>
      </p:sp>
      <p:sp>
        <p:nvSpPr>
          <p:cNvPr id="8" name="Slide Number Placeholder 7"/>
          <p:cNvSpPr>
            <a:spLocks noGrp="1"/>
          </p:cNvSpPr>
          <p:nvPr>
            <p:ph type="sldNum" sz="quarter" idx="12"/>
          </p:nvPr>
        </p:nvSpPr>
        <p:spPr>
          <a:xfrm>
            <a:off x="6457950" y="6381751"/>
            <a:ext cx="2057400" cy="365125"/>
          </a:xfrm>
          <a:prstGeom prst="rect">
            <a:avLst/>
          </a:prstGeom>
        </p:spPr>
        <p:txBody>
          <a:body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4069333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4702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9" name="Footer Placeholder 8"/>
          <p:cNvSpPr>
            <a:spLocks noGrp="1"/>
          </p:cNvSpPr>
          <p:nvPr>
            <p:ph type="ftr" sz="quarter" idx="11"/>
          </p:nvPr>
        </p:nvSpPr>
        <p:spPr/>
        <p:txBody>
          <a:bodyPr/>
          <a:lstStyle/>
          <a:p>
            <a:r>
              <a:rPr lang="en-US"/>
              <a:t>Academic Year 2020-21 , Semester-2</a:t>
            </a:r>
            <a:endParaRPr lang="en-US" dirty="0"/>
          </a:p>
        </p:txBody>
      </p:sp>
      <p:sp>
        <p:nvSpPr>
          <p:cNvPr id="10" name="Slide Number Placeholder 9"/>
          <p:cNvSpPr>
            <a:spLocks noGrp="1"/>
          </p:cNvSpPr>
          <p:nvPr>
            <p:ph type="sldNum" sz="quarter" idx="12"/>
          </p:nvPr>
        </p:nvSpPr>
        <p:spPr>
          <a:xfrm>
            <a:off x="6457950" y="6381751"/>
            <a:ext cx="2057400" cy="365125"/>
          </a:xfrm>
          <a:prstGeom prst="rect">
            <a:avLst/>
          </a:prstGeom>
        </p:spPr>
        <p:txBody>
          <a:body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640470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9" name="Footer Placeholder 8"/>
          <p:cNvSpPr>
            <a:spLocks noGrp="1"/>
          </p:cNvSpPr>
          <p:nvPr>
            <p:ph type="ftr" sz="quarter" idx="11"/>
          </p:nvPr>
        </p:nvSpPr>
        <p:spPr/>
        <p:txBody>
          <a:bodyPr/>
          <a:lstStyle/>
          <a:p>
            <a:r>
              <a:rPr lang="en-US"/>
              <a:t>Academic Year 2020-21 , Semester-2</a:t>
            </a:r>
            <a:endParaRPr lang="en-US" dirty="0"/>
          </a:p>
        </p:txBody>
      </p:sp>
      <p:sp>
        <p:nvSpPr>
          <p:cNvPr id="10" name="Slide Number Placeholder 9"/>
          <p:cNvSpPr>
            <a:spLocks noGrp="1"/>
          </p:cNvSpPr>
          <p:nvPr>
            <p:ph type="sldNum" sz="quarter" idx="12"/>
          </p:nvPr>
        </p:nvSpPr>
        <p:spPr>
          <a:xfrm>
            <a:off x="6457950" y="6381751"/>
            <a:ext cx="2057400" cy="365125"/>
          </a:xfrm>
          <a:prstGeom prst="rect">
            <a:avLst/>
          </a:prstGeom>
        </p:spPr>
        <p:txBody>
          <a:body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166736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8" name="Footer Placeholder 7"/>
          <p:cNvSpPr>
            <a:spLocks noGrp="1"/>
          </p:cNvSpPr>
          <p:nvPr>
            <p:ph type="ftr" sz="quarter" idx="11"/>
          </p:nvPr>
        </p:nvSpPr>
        <p:spPr/>
        <p:txBody>
          <a:bodyPr/>
          <a:lstStyle/>
          <a:p>
            <a:r>
              <a:rPr lang="en-US"/>
              <a:t>Academic Year 2020-21 , Semester-2</a:t>
            </a:r>
            <a:endParaRPr lang="en-US" dirty="0"/>
          </a:p>
        </p:txBody>
      </p:sp>
      <p:sp>
        <p:nvSpPr>
          <p:cNvPr id="9" name="Slide Number Placeholder 8"/>
          <p:cNvSpPr>
            <a:spLocks noGrp="1"/>
          </p:cNvSpPr>
          <p:nvPr>
            <p:ph type="sldNum" sz="quarter" idx="12"/>
          </p:nvPr>
        </p:nvSpPr>
        <p:spPr>
          <a:xfrm>
            <a:off x="6457950" y="6381751"/>
            <a:ext cx="2057400" cy="365125"/>
          </a:xfrm>
          <a:prstGeom prst="rect">
            <a:avLst/>
          </a:prstGeom>
        </p:spPr>
        <p:txBody>
          <a:body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435298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8" name="Footer Placeholder 7"/>
          <p:cNvSpPr>
            <a:spLocks noGrp="1"/>
          </p:cNvSpPr>
          <p:nvPr>
            <p:ph type="ftr" sz="quarter" idx="11"/>
          </p:nvPr>
        </p:nvSpPr>
        <p:spPr/>
        <p:txBody>
          <a:bodyPr/>
          <a:lstStyle/>
          <a:p>
            <a:r>
              <a:rPr lang="en-US"/>
              <a:t>Academic Year 2020-21 , Semester-2</a:t>
            </a:r>
            <a:endParaRPr lang="en-US" dirty="0"/>
          </a:p>
        </p:txBody>
      </p:sp>
      <p:sp>
        <p:nvSpPr>
          <p:cNvPr id="9" name="Slide Number Placeholder 8"/>
          <p:cNvSpPr>
            <a:spLocks noGrp="1"/>
          </p:cNvSpPr>
          <p:nvPr>
            <p:ph type="sldNum" sz="quarter" idx="12"/>
          </p:nvPr>
        </p:nvSpPr>
        <p:spPr>
          <a:xfrm>
            <a:off x="6457950" y="6381751"/>
            <a:ext cx="2057400" cy="365125"/>
          </a:xfrm>
          <a:prstGeom prst="rect">
            <a:avLst/>
          </a:prstGeom>
        </p:spPr>
        <p:txBody>
          <a:bodyPr/>
          <a:lstStyle/>
          <a:p>
            <a:fld id="{0A3747BB-4598-4E25-9E38-971C52AEC84E}" type="slidenum">
              <a:rPr lang="en-US" smtClean="0"/>
              <a:pPr/>
              <a:t>‹#›</a:t>
            </a:fld>
            <a:endParaRPr lang="en-US" dirty="0"/>
          </a:p>
        </p:txBody>
      </p:sp>
    </p:spTree>
    <p:extLst>
      <p:ext uri="{BB962C8B-B14F-4D97-AF65-F5344CB8AC3E}">
        <p14:creationId xmlns:p14="http://schemas.microsoft.com/office/powerpoint/2010/main" val="1821783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a:t>8/14/2020</a:t>
            </a:r>
            <a:endParaRPr lang="en-US" dirty="0"/>
          </a:p>
        </p:txBody>
      </p:sp>
      <p:sp>
        <p:nvSpPr>
          <p:cNvPr id="4" name="Slide Number Placeholder 3"/>
          <p:cNvSpPr>
            <a:spLocks noGrp="1"/>
          </p:cNvSpPr>
          <p:nvPr>
            <p:ph type="sldNum" sz="quarter" idx="11"/>
          </p:nvPr>
        </p:nvSpPr>
        <p:spPr>
          <a:xfrm>
            <a:off x="6457950" y="6381751"/>
            <a:ext cx="2057400" cy="365125"/>
          </a:xfrm>
          <a:prstGeom prst="rect">
            <a:avLst/>
          </a:prstGeom>
        </p:spPr>
        <p:txBody>
          <a:bodyPr/>
          <a:lstStyle/>
          <a:p>
            <a:fld id="{C9D37D9F-E113-4776-BD04-3FC33465CB71}" type="slidenum">
              <a:rPr lang="en-US" smtClean="0"/>
              <a:pPr/>
              <a:t>‹#›</a:t>
            </a:fld>
            <a:endParaRPr lang="en-US"/>
          </a:p>
        </p:txBody>
      </p:sp>
      <p:sp>
        <p:nvSpPr>
          <p:cNvPr id="5" name="Footer Placeholder 4"/>
          <p:cNvSpPr>
            <a:spLocks noGrp="1"/>
          </p:cNvSpPr>
          <p:nvPr>
            <p:ph type="ftr" sz="quarter" idx="12"/>
          </p:nvPr>
        </p:nvSpPr>
        <p:spPr/>
        <p:txBody>
          <a:bodyPr/>
          <a:lstStyle/>
          <a:p>
            <a:r>
              <a:rPr lang="en-US"/>
              <a:t>Academic Year 2020-21 , Semester-2</a:t>
            </a:r>
            <a:endParaRPr lang="en-US" dirty="0"/>
          </a:p>
        </p:txBody>
      </p:sp>
    </p:spTree>
    <p:extLst>
      <p:ext uri="{BB962C8B-B14F-4D97-AF65-F5344CB8AC3E}">
        <p14:creationId xmlns:p14="http://schemas.microsoft.com/office/powerpoint/2010/main" val="360474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Academic Year 2020-21 , Semester-2</a:t>
            </a:r>
            <a:endParaRPr lang="en-US" dirty="0"/>
          </a:p>
        </p:txBody>
      </p:sp>
    </p:spTree>
    <p:extLst>
      <p:ext uri="{BB962C8B-B14F-4D97-AF65-F5344CB8AC3E}">
        <p14:creationId xmlns:p14="http://schemas.microsoft.com/office/powerpoint/2010/main" val="124495341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pandas.pydata.org/" TargetMode="External"/><Relationship Id="rId2" Type="http://schemas.openxmlformats.org/officeDocument/2006/relationships/hyperlink" Target="https://numpy.org/" TargetMode="External"/><Relationship Id="rId1" Type="http://schemas.openxmlformats.org/officeDocument/2006/relationships/slideLayout" Target="../slideLayouts/slideLayout2.xml"/><Relationship Id="rId6" Type="http://schemas.openxmlformats.org/officeDocument/2006/relationships/hyperlink" Target="https://github.com/sangitaGIT011/Myproj" TargetMode="External"/><Relationship Id="rId5" Type="http://schemas.openxmlformats.org/officeDocument/2006/relationships/hyperlink" Target="https://matplotlib.org/" TargetMode="External"/><Relationship Id="rId4" Type="http://schemas.openxmlformats.org/officeDocument/2006/relationships/hyperlink" Target="https://scikit-learn.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248194" y="156754"/>
            <a:ext cx="8490857" cy="109728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3453" y="17272"/>
            <a:ext cx="9210905" cy="1236762"/>
          </a:xfrm>
          <a:solidFill>
            <a:srgbClr val="002060"/>
          </a:solidFill>
        </p:spPr>
        <p:txBody>
          <a:bodyPr>
            <a:normAutofit/>
          </a:bodyPr>
          <a:lstStyle/>
          <a:p>
            <a:pPr algn="ctr"/>
            <a:r>
              <a:rPr lang="en-US" sz="1800" b="1" dirty="0">
                <a:solidFill>
                  <a:schemeClr val="bg1"/>
                </a:solidFill>
              </a:rPr>
              <a:t>GUJARAT TECHNOLOGICAL UNIVERSITY </a:t>
            </a:r>
            <a:br>
              <a:rPr lang="en-US" sz="1800" b="1" dirty="0">
                <a:solidFill>
                  <a:schemeClr val="bg1"/>
                </a:solidFill>
              </a:rPr>
            </a:br>
            <a:r>
              <a:rPr lang="en-US" sz="2000" dirty="0">
                <a:solidFill>
                  <a:schemeClr val="bg1"/>
                </a:solidFill>
              </a:rPr>
              <a:t>     SCHOOL OF ENGINEERING AND TECHNOLOGY </a:t>
            </a:r>
            <a:endParaRPr lang="en-IN" sz="2000" dirty="0">
              <a:solidFill>
                <a:schemeClr val="bg1"/>
              </a:solidFill>
            </a:endParaRPr>
          </a:p>
        </p:txBody>
      </p:sp>
      <p:sp>
        <p:nvSpPr>
          <p:cNvPr id="9" name="TextBox 8"/>
          <p:cNvSpPr txBox="1"/>
          <p:nvPr/>
        </p:nvSpPr>
        <p:spPr>
          <a:xfrm>
            <a:off x="1114176" y="1355117"/>
            <a:ext cx="6982550" cy="4893647"/>
          </a:xfrm>
          <a:prstGeom prst="rect">
            <a:avLst/>
          </a:prstGeom>
          <a:noFill/>
        </p:spPr>
        <p:txBody>
          <a:bodyPr wrap="square" rtlCol="0">
            <a:spAutoFit/>
          </a:bodyPr>
          <a:lstStyle/>
          <a:p>
            <a:pPr algn="ctr"/>
            <a:r>
              <a:rPr lang="en-IN" sz="2400" b="1" dirty="0">
                <a:solidFill>
                  <a:srgbClr val="002060"/>
                </a:solidFill>
                <a:latin typeface="Times New Roman" panose="02020603050405020304" pitchFamily="18" charset="0"/>
                <a:cs typeface="Times New Roman" panose="02020603050405020304" pitchFamily="18" charset="0"/>
              </a:rPr>
              <a:t>Post Graduate Diploma  </a:t>
            </a:r>
          </a:p>
          <a:p>
            <a:pPr algn="ctr"/>
            <a:r>
              <a:rPr lang="en-IN" sz="2400" b="1" dirty="0">
                <a:solidFill>
                  <a:srgbClr val="002060"/>
                </a:solidFill>
                <a:latin typeface="Times New Roman" panose="02020603050405020304" pitchFamily="18" charset="0"/>
                <a:cs typeface="Times New Roman" panose="02020603050405020304" pitchFamily="18" charset="0"/>
              </a:rPr>
              <a:t>in </a:t>
            </a:r>
          </a:p>
          <a:p>
            <a:pPr algn="ctr"/>
            <a:r>
              <a:rPr lang="en-IN" sz="2400" b="1" dirty="0">
                <a:solidFill>
                  <a:srgbClr val="002060"/>
                </a:solidFill>
                <a:latin typeface="Times New Roman" panose="02020603050405020304" pitchFamily="18" charset="0"/>
                <a:cs typeface="Times New Roman" panose="02020603050405020304" pitchFamily="18" charset="0"/>
              </a:rPr>
              <a:t>Data Science</a:t>
            </a:r>
          </a:p>
          <a:p>
            <a:pPr algn="ctr"/>
            <a:r>
              <a:rPr lang="en-US" dirty="0">
                <a:solidFill>
                  <a:schemeClr val="accent1">
                    <a:lumMod val="50000"/>
                  </a:schemeClr>
                </a:solidFill>
                <a:latin typeface="Times New Roman" panose="02020603050405020304" pitchFamily="18" charset="0"/>
                <a:cs typeface="Times New Roman" panose="02020603050405020304" pitchFamily="18" charset="0"/>
              </a:rPr>
              <a:t> (Institute Code: 137) </a:t>
            </a:r>
          </a:p>
          <a:p>
            <a:pPr algn="ctr"/>
            <a:r>
              <a:rPr lang="en-US" sz="2600" b="1" dirty="0">
                <a:solidFill>
                  <a:srgbClr val="002060"/>
                </a:solidFill>
                <a:latin typeface="Times New Roman" panose="02020603050405020304" pitchFamily="18" charset="0"/>
                <a:cs typeface="Times New Roman" panose="02020603050405020304" pitchFamily="18" charset="0"/>
              </a:rPr>
              <a:t>Mini Project</a:t>
            </a:r>
          </a:p>
          <a:p>
            <a:pPr algn="ctr"/>
            <a:r>
              <a:rPr lang="en-US" sz="2600" b="1" dirty="0">
                <a:solidFill>
                  <a:srgbClr val="002060"/>
                </a:solidFill>
                <a:latin typeface="Times New Roman" panose="02020603050405020304" pitchFamily="18" charset="0"/>
                <a:cs typeface="Times New Roman" panose="02020603050405020304" pitchFamily="18" charset="0"/>
              </a:rPr>
              <a:t>(</a:t>
            </a:r>
            <a:r>
              <a:rPr lang="en-IN" sz="2400" b="1" dirty="0">
                <a:solidFill>
                  <a:srgbClr val="002060"/>
                </a:solidFill>
                <a:latin typeface="Times New Roman" panose="02020603050405020304" pitchFamily="18" charset="0"/>
                <a:cs typeface="Times New Roman" panose="02020603050405020304" pitchFamily="18" charset="0"/>
              </a:rPr>
              <a:t>DS02080041</a:t>
            </a:r>
            <a:r>
              <a:rPr lang="en-US" sz="2600" b="1" dirty="0">
                <a:solidFill>
                  <a:srgbClr val="002060"/>
                </a:solidFill>
                <a:latin typeface="Times New Roman" panose="02020603050405020304" pitchFamily="18" charset="0"/>
                <a:cs typeface="Times New Roman" panose="02020603050405020304" pitchFamily="18" charset="0"/>
              </a:rPr>
              <a:t>)</a:t>
            </a:r>
          </a:p>
          <a:p>
            <a:pPr algn="ctr"/>
            <a:r>
              <a:rPr lang="en-US" sz="4000" b="1" dirty="0">
                <a:solidFill>
                  <a:srgbClr val="002060"/>
                </a:solidFill>
                <a:latin typeface="Times New Roman" panose="02020603050405020304" pitchFamily="18" charset="0"/>
                <a:cs typeface="Times New Roman" panose="02020603050405020304" pitchFamily="18" charset="0"/>
              </a:rPr>
              <a:t>Gold Price Prediction</a:t>
            </a:r>
          </a:p>
          <a:p>
            <a:pPr algn="ctr"/>
            <a:r>
              <a:rPr lang="en-IN" sz="2600" b="1" dirty="0">
                <a:solidFill>
                  <a:srgbClr val="002060"/>
                </a:solidFill>
                <a:latin typeface="Times New Roman" panose="02020603050405020304" pitchFamily="18" charset="0"/>
                <a:cs typeface="Times New Roman" panose="02020603050405020304" pitchFamily="18" charset="0"/>
              </a:rPr>
              <a:t>Review-1</a:t>
            </a:r>
          </a:p>
          <a:p>
            <a:pPr algn="ctr"/>
            <a:endParaRPr lang="en-IN" sz="2600" b="1" dirty="0">
              <a:solidFill>
                <a:srgbClr val="002060"/>
              </a:solidFill>
              <a:latin typeface="Times New Roman" panose="02020603050405020304" pitchFamily="18" charset="0"/>
              <a:cs typeface="Times New Roman" panose="02020603050405020304" pitchFamily="18" charset="0"/>
            </a:endParaRPr>
          </a:p>
          <a:p>
            <a:pPr algn="ctr"/>
            <a:endParaRPr lang="en-US" sz="2600" b="1" dirty="0">
              <a:solidFill>
                <a:srgbClr val="002060"/>
              </a:solidFill>
              <a:latin typeface="Times New Roman" panose="02020603050405020304" pitchFamily="18" charset="0"/>
              <a:cs typeface="Times New Roman" panose="02020603050405020304" pitchFamily="18" charset="0"/>
            </a:endParaRPr>
          </a:p>
          <a:p>
            <a:endParaRPr lang="en-US" sz="2600" b="1" i="1" u="sng" dirty="0">
              <a:solidFill>
                <a:srgbClr val="002060"/>
              </a:solidFill>
              <a:latin typeface="Times New Roman" panose="02020603050405020304" pitchFamily="18" charset="0"/>
              <a:cs typeface="Times New Roman" panose="02020603050405020304" pitchFamily="18" charset="0"/>
            </a:endParaRPr>
          </a:p>
          <a:p>
            <a:endParaRPr lang="en-US" sz="2600" b="1" i="1" u="sng" dirty="0">
              <a:solidFill>
                <a:srgbClr val="00206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1870948" y="4269300"/>
            <a:ext cx="5462914" cy="1661993"/>
          </a:xfrm>
          <a:prstGeom prst="rect">
            <a:avLst/>
          </a:prstGeom>
          <a:noFill/>
        </p:spPr>
        <p:txBody>
          <a:bodyPr wrap="square" rtlCol="0">
            <a:spAutoFit/>
          </a:bodyPr>
          <a:lstStyle/>
          <a:p>
            <a:pPr algn="ctr"/>
            <a:endParaRPr lang="en-US" sz="2000" dirty="0">
              <a:solidFill>
                <a:srgbClr val="002060"/>
              </a:solidFill>
              <a:latin typeface="Times New Roman" panose="02020603050405020304" pitchFamily="18" charset="0"/>
              <a:cs typeface="Times New Roman" panose="02020603050405020304" pitchFamily="18" charset="0"/>
            </a:endParaRPr>
          </a:p>
          <a:p>
            <a:pPr algn="ctr"/>
            <a:endParaRPr lang="en-US" sz="2000" dirty="0">
              <a:solidFill>
                <a:srgbClr val="002060"/>
              </a:solidFill>
              <a:latin typeface="Times New Roman" panose="02020603050405020304" pitchFamily="18" charset="0"/>
              <a:cs typeface="Times New Roman" panose="02020603050405020304" pitchFamily="18" charset="0"/>
            </a:endParaRPr>
          </a:p>
          <a:p>
            <a:pPr algn="ctr"/>
            <a:r>
              <a:rPr lang="en-US" sz="2400" b="1" dirty="0">
                <a:solidFill>
                  <a:srgbClr val="002060"/>
                </a:solidFill>
                <a:latin typeface="Times New Roman" panose="02020603050405020304" pitchFamily="18" charset="0"/>
                <a:cs typeface="Times New Roman" panose="02020603050405020304" pitchFamily="18" charset="0"/>
              </a:rPr>
              <a:t>Sangita </a:t>
            </a:r>
            <a:r>
              <a:rPr lang="en-US" sz="2400" b="1" dirty="0" err="1">
                <a:solidFill>
                  <a:srgbClr val="002060"/>
                </a:solidFill>
                <a:latin typeface="Times New Roman" panose="02020603050405020304" pitchFamily="18" charset="0"/>
                <a:cs typeface="Times New Roman" panose="02020603050405020304" pitchFamily="18" charset="0"/>
              </a:rPr>
              <a:t>Shivprakash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Gurudatta</a:t>
            </a:r>
            <a:endParaRPr lang="en-US" sz="2400" b="1" dirty="0">
              <a:solidFill>
                <a:srgbClr val="002060"/>
              </a:solidFill>
              <a:latin typeface="Times New Roman" panose="02020603050405020304" pitchFamily="18" charset="0"/>
              <a:cs typeface="Times New Roman" panose="02020603050405020304" pitchFamily="18" charset="0"/>
            </a:endParaRPr>
          </a:p>
          <a:p>
            <a:pPr algn="ctr"/>
            <a:r>
              <a:rPr lang="en-US" b="1" dirty="0">
                <a:solidFill>
                  <a:srgbClr val="002060"/>
                </a:solidFill>
                <a:latin typeface="Times New Roman" panose="02020603050405020304" pitchFamily="18" charset="0"/>
                <a:cs typeface="Times New Roman" panose="02020603050405020304" pitchFamily="18" charset="0"/>
              </a:rPr>
              <a:t>251370680003</a:t>
            </a:r>
          </a:p>
          <a:p>
            <a:pPr algn="ctr"/>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248194" y="5746627"/>
            <a:ext cx="3799071" cy="923330"/>
          </a:xfrm>
          <a:prstGeom prst="rect">
            <a:avLst/>
          </a:prstGeom>
          <a:noFill/>
        </p:spPr>
        <p:txBody>
          <a:bodyPr wrap="square" rtlCol="0">
            <a:spAutoFit/>
          </a:bodyPr>
          <a:lstStyle/>
          <a:p>
            <a:r>
              <a:rPr lang="en-IN" b="1" dirty="0">
                <a:solidFill>
                  <a:schemeClr val="accent1">
                    <a:lumMod val="50000"/>
                  </a:schemeClr>
                </a:solidFill>
                <a:latin typeface="Times New Roman" panose="02020603050405020304" pitchFamily="18" charset="0"/>
                <a:cs typeface="Times New Roman" panose="02020603050405020304" pitchFamily="18" charset="0"/>
              </a:rPr>
              <a:t>Internal Guide: </a:t>
            </a:r>
            <a:r>
              <a:rPr lang="en-US" sz="1600" b="1" dirty="0" err="1">
                <a:solidFill>
                  <a:srgbClr val="002060"/>
                </a:solidFill>
                <a:latin typeface="Times New Roman" panose="02020603050405020304" pitchFamily="18" charset="0"/>
                <a:cs typeface="Times New Roman" panose="02020603050405020304" pitchFamily="18" charset="0"/>
              </a:rPr>
              <a:t>Prof.Mahesh</a:t>
            </a:r>
            <a:r>
              <a:rPr lang="en-US" sz="1600" b="1" dirty="0">
                <a:solidFill>
                  <a:srgbClr val="002060"/>
                </a:solidFill>
                <a:latin typeface="Times New Roman" panose="02020603050405020304" pitchFamily="18" charset="0"/>
                <a:cs typeface="Times New Roman" panose="02020603050405020304" pitchFamily="18" charset="0"/>
              </a:rPr>
              <a:t> Panchal</a:t>
            </a:r>
            <a:endParaRPr lang="en-IN" sz="1600" dirty="0">
              <a:latin typeface="Times New Roman" panose="02020603050405020304" pitchFamily="18" charset="0"/>
              <a:cs typeface="Times New Roman" panose="02020603050405020304" pitchFamily="18" charset="0"/>
            </a:endParaRPr>
          </a:p>
          <a:p>
            <a:endParaRPr lang="en-IN" b="1" dirty="0">
              <a:solidFill>
                <a:schemeClr val="accent1">
                  <a:lumMod val="50000"/>
                </a:schemeClr>
              </a:solidFill>
              <a:latin typeface="Times New Roman" panose="02020603050405020304" pitchFamily="18" charset="0"/>
              <a:cs typeface="Times New Roman" panose="02020603050405020304" pitchFamily="18" charset="0"/>
            </a:endParaRPr>
          </a:p>
          <a:p>
            <a:r>
              <a:rPr lang="en-US" b="1" dirty="0">
                <a:solidFill>
                  <a:schemeClr val="accent1">
                    <a:lumMod val="50000"/>
                  </a:schemeClr>
                </a:solidFill>
                <a:latin typeface="Times New Roman" panose="02020603050405020304" pitchFamily="18" charset="0"/>
                <a:cs typeface="Times New Roman" panose="02020603050405020304" pitchFamily="18" charset="0"/>
              </a:rPr>
              <a:t>Designation:</a:t>
            </a:r>
          </a:p>
        </p:txBody>
      </p:sp>
      <p:sp>
        <p:nvSpPr>
          <p:cNvPr id="3" name="Footer Placeholder 2"/>
          <p:cNvSpPr>
            <a:spLocks noGrp="1"/>
          </p:cNvSpPr>
          <p:nvPr>
            <p:ph type="ftr" sz="quarter" idx="11"/>
          </p:nvPr>
        </p:nvSpPr>
        <p:spPr/>
        <p:txBody>
          <a:bodyPr/>
          <a:lstStyle/>
          <a:p>
            <a:r>
              <a:rPr lang="en-US" dirty="0"/>
              <a:t>Academic Year 2025-26 , Semester-2</a:t>
            </a:r>
          </a:p>
        </p:txBody>
      </p:sp>
      <p:sp>
        <p:nvSpPr>
          <p:cNvPr id="4" name="Slide Number Placeholder 3"/>
          <p:cNvSpPr>
            <a:spLocks noGrp="1"/>
          </p:cNvSpPr>
          <p:nvPr>
            <p:ph type="sldNum" sz="quarter" idx="12"/>
          </p:nvPr>
        </p:nvSpPr>
        <p:spPr/>
        <p:txBody>
          <a:bodyPr/>
          <a:lstStyle/>
          <a:p>
            <a:fld id="{0A3747BB-4598-4E25-9E38-971C52AEC84E}" type="slidenum">
              <a:rPr lang="en-US" smtClean="0"/>
              <a:pPr/>
              <a:t>1</a:t>
            </a:fld>
            <a:endParaRPr lang="en-US" dirty="0"/>
          </a:p>
        </p:txBody>
      </p:sp>
      <p:pic>
        <p:nvPicPr>
          <p:cNvPr id="10" name="Picture 9" descr="LogoTrans.png"/>
          <p:cNvPicPr>
            <a:picLocks noChangeAspect="1"/>
          </p:cNvPicPr>
          <p:nvPr/>
        </p:nvPicPr>
        <p:blipFill>
          <a:blip r:embed="rId3" cstate="print"/>
          <a:stretch>
            <a:fillRect/>
          </a:stretch>
        </p:blipFill>
        <p:spPr>
          <a:xfrm>
            <a:off x="0" y="161365"/>
            <a:ext cx="986118" cy="1021976"/>
          </a:xfrm>
          <a:prstGeom prst="rect">
            <a:avLst/>
          </a:prstGeom>
        </p:spPr>
      </p:pic>
    </p:spTree>
    <p:extLst>
      <p:ext uri="{BB962C8B-B14F-4D97-AF65-F5344CB8AC3E}">
        <p14:creationId xmlns:p14="http://schemas.microsoft.com/office/powerpoint/2010/main" val="3822380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extLst>
              <p:ext uri="{D42A27DB-BD31-4B8C-83A1-F6EECF244321}">
                <p14:modId xmlns:p14="http://schemas.microsoft.com/office/powerpoint/2010/main" val="3144723189"/>
              </p:ext>
            </p:extLst>
          </p:nvPr>
        </p:nvGraphicFramePr>
        <p:xfrm>
          <a:off x="248195" y="953589"/>
          <a:ext cx="8490856" cy="5428166"/>
        </p:xfrm>
        <a:graphic>
          <a:graphicData uri="http://schemas.openxmlformats.org/drawingml/2006/table">
            <a:tbl>
              <a:tblPr firstRow="1" bandRow="1">
                <a:tableStyleId>{5C22544A-7EE6-4342-B048-85BDC9FD1C3A}</a:tableStyleId>
              </a:tblPr>
              <a:tblGrid>
                <a:gridCol w="8490856">
                  <a:extLst>
                    <a:ext uri="{9D8B030D-6E8A-4147-A177-3AD203B41FA5}">
                      <a16:colId xmlns:a16="http://schemas.microsoft.com/office/drawing/2014/main" val="20000"/>
                    </a:ext>
                  </a:extLst>
                </a:gridCol>
              </a:tblGrid>
              <a:tr h="523196">
                <a:tc>
                  <a:txBody>
                    <a:bodyPr/>
                    <a:lstStyle/>
                    <a:p>
                      <a:pPr algn="ctr"/>
                      <a:endParaRPr lang="en-US" sz="2600" b="1"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490497">
                <a:tc>
                  <a:txBody>
                    <a:bodyPr/>
                    <a:lstStyle/>
                    <a:p>
                      <a:r>
                        <a:rPr lang="en-IN" sz="2400" b="1" dirty="0">
                          <a:solidFill>
                            <a:srgbClr val="002060"/>
                          </a:solidFill>
                          <a:latin typeface="Times New Roman" panose="02020603050405020304" pitchFamily="18" charset="0"/>
                          <a:cs typeface="Times New Roman" panose="02020603050405020304" pitchFamily="18" charset="0"/>
                        </a:rPr>
                        <a:t>Introduction</a:t>
                      </a:r>
                    </a:p>
                  </a:txBody>
                  <a:tcPr/>
                </a:tc>
                <a:extLst>
                  <a:ext uri="{0D108BD9-81ED-4DB2-BD59-A6C34878D82A}">
                    <a16:rowId xmlns:a16="http://schemas.microsoft.com/office/drawing/2014/main" val="10001"/>
                  </a:ext>
                </a:extLst>
              </a:tr>
              <a:tr h="490497">
                <a:tc>
                  <a:txBody>
                    <a:bodyPr/>
                    <a:lstStyle/>
                    <a:p>
                      <a:r>
                        <a:rPr lang="en-IN" sz="2400" b="1" dirty="0">
                          <a:solidFill>
                            <a:srgbClr val="002060"/>
                          </a:solidFill>
                          <a:latin typeface="Times New Roman" panose="02020603050405020304" pitchFamily="18" charset="0"/>
                          <a:cs typeface="Times New Roman" panose="02020603050405020304" pitchFamily="18" charset="0"/>
                        </a:rPr>
                        <a:t>Need of the Project</a:t>
                      </a:r>
                    </a:p>
                  </a:txBody>
                  <a:tcPr/>
                </a:tc>
                <a:extLst>
                  <a:ext uri="{0D108BD9-81ED-4DB2-BD59-A6C34878D82A}">
                    <a16:rowId xmlns:a16="http://schemas.microsoft.com/office/drawing/2014/main" val="10002"/>
                  </a:ext>
                </a:extLst>
              </a:tr>
              <a:tr h="490497">
                <a:tc>
                  <a:txBody>
                    <a:bodyPr/>
                    <a:lstStyle/>
                    <a:p>
                      <a:r>
                        <a:rPr lang="en-IN" sz="2400" b="1" dirty="0">
                          <a:solidFill>
                            <a:srgbClr val="002060"/>
                          </a:solidFill>
                          <a:latin typeface="Times New Roman" panose="02020603050405020304" pitchFamily="18" charset="0"/>
                          <a:cs typeface="Times New Roman" panose="02020603050405020304" pitchFamily="18" charset="0"/>
                        </a:rPr>
                        <a:t>Problem Statement</a:t>
                      </a:r>
                    </a:p>
                  </a:txBody>
                  <a:tcPr/>
                </a:tc>
                <a:extLst>
                  <a:ext uri="{0D108BD9-81ED-4DB2-BD59-A6C34878D82A}">
                    <a16:rowId xmlns:a16="http://schemas.microsoft.com/office/drawing/2014/main" val="10003"/>
                  </a:ext>
                </a:extLst>
              </a:tr>
              <a:tr h="490497">
                <a:tc>
                  <a:txBody>
                    <a:bodyPr/>
                    <a:lstStyle/>
                    <a:p>
                      <a:r>
                        <a:rPr lang="en-IN" sz="2400" b="1" dirty="0">
                          <a:solidFill>
                            <a:srgbClr val="002060"/>
                          </a:solidFill>
                          <a:latin typeface="Times New Roman" panose="02020603050405020304" pitchFamily="18" charset="0"/>
                          <a:cs typeface="Times New Roman" panose="02020603050405020304" pitchFamily="18" charset="0"/>
                        </a:rPr>
                        <a:t>Objectives</a:t>
                      </a:r>
                    </a:p>
                  </a:txBody>
                  <a:tcPr/>
                </a:tc>
                <a:extLst>
                  <a:ext uri="{0D108BD9-81ED-4DB2-BD59-A6C34878D82A}">
                    <a16:rowId xmlns:a16="http://schemas.microsoft.com/office/drawing/2014/main" val="10005"/>
                  </a:ext>
                </a:extLst>
              </a:tr>
              <a:tr h="490497">
                <a:tc>
                  <a:txBody>
                    <a:bodyPr/>
                    <a:lstStyle/>
                    <a:p>
                      <a:r>
                        <a:rPr lang="en-IN" sz="2400" b="1" dirty="0">
                          <a:solidFill>
                            <a:srgbClr val="002060"/>
                          </a:solidFill>
                          <a:latin typeface="Times New Roman" panose="02020603050405020304" pitchFamily="18" charset="0"/>
                          <a:cs typeface="Times New Roman" panose="02020603050405020304" pitchFamily="18" charset="0"/>
                        </a:rPr>
                        <a:t>Methodology</a:t>
                      </a:r>
                    </a:p>
                  </a:txBody>
                  <a:tcPr/>
                </a:tc>
                <a:extLst>
                  <a:ext uri="{0D108BD9-81ED-4DB2-BD59-A6C34878D82A}">
                    <a16:rowId xmlns:a16="http://schemas.microsoft.com/office/drawing/2014/main" val="10006"/>
                  </a:ext>
                </a:extLst>
              </a:tr>
              <a:tr h="490497">
                <a:tc>
                  <a:txBody>
                    <a:bodyPr/>
                    <a:lstStyle/>
                    <a:p>
                      <a:r>
                        <a:rPr lang="en-IN" sz="2400" b="1" dirty="0">
                          <a:solidFill>
                            <a:srgbClr val="002060"/>
                          </a:solidFill>
                          <a:latin typeface="Times New Roman" panose="02020603050405020304" pitchFamily="18" charset="0"/>
                          <a:cs typeface="Times New Roman" panose="02020603050405020304" pitchFamily="18" charset="0"/>
                        </a:rPr>
                        <a:t>Tools and Technologies</a:t>
                      </a:r>
                    </a:p>
                  </a:txBody>
                  <a:tcPr/>
                </a:tc>
                <a:extLst>
                  <a:ext uri="{0D108BD9-81ED-4DB2-BD59-A6C34878D82A}">
                    <a16:rowId xmlns:a16="http://schemas.microsoft.com/office/drawing/2014/main" val="10008"/>
                  </a:ext>
                </a:extLst>
              </a:tr>
              <a:tr h="490497">
                <a:tc>
                  <a:txBody>
                    <a:bodyPr/>
                    <a:lstStyle/>
                    <a:p>
                      <a:r>
                        <a:rPr lang="en-IN" sz="2400" b="1" dirty="0">
                          <a:solidFill>
                            <a:srgbClr val="002060"/>
                          </a:solidFill>
                          <a:latin typeface="Times New Roman" panose="02020603050405020304" pitchFamily="18" charset="0"/>
                          <a:cs typeface="Times New Roman" panose="02020603050405020304" pitchFamily="18" charset="0"/>
                        </a:rPr>
                        <a:t>Expected Outcome</a:t>
                      </a:r>
                    </a:p>
                  </a:txBody>
                  <a:tcPr/>
                </a:tc>
                <a:extLst>
                  <a:ext uri="{0D108BD9-81ED-4DB2-BD59-A6C34878D82A}">
                    <a16:rowId xmlns:a16="http://schemas.microsoft.com/office/drawing/2014/main" val="10009"/>
                  </a:ext>
                </a:extLst>
              </a:tr>
              <a:tr h="4904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1" dirty="0">
                          <a:solidFill>
                            <a:srgbClr val="002060"/>
                          </a:solidFill>
                          <a:latin typeface="Times New Roman" panose="02020603050405020304" pitchFamily="18" charset="0"/>
                          <a:cs typeface="Times New Roman" panose="02020603050405020304" pitchFamily="18" charset="0"/>
                        </a:rPr>
                        <a:t>Scope of the Project</a:t>
                      </a:r>
                    </a:p>
                  </a:txBody>
                  <a:tcPr/>
                </a:tc>
                <a:extLst>
                  <a:ext uri="{0D108BD9-81ED-4DB2-BD59-A6C34878D82A}">
                    <a16:rowId xmlns:a16="http://schemas.microsoft.com/office/drawing/2014/main" val="3221869713"/>
                  </a:ext>
                </a:extLst>
              </a:tr>
              <a:tr h="4904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1" dirty="0">
                          <a:solidFill>
                            <a:srgbClr val="002060"/>
                          </a:solidFill>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3354182191"/>
                  </a:ext>
                </a:extLst>
              </a:tr>
              <a:tr h="4904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1" dirty="0">
                          <a:solidFill>
                            <a:srgbClr val="002060"/>
                          </a:solidFill>
                          <a:latin typeface="Times New Roman" panose="02020603050405020304" pitchFamily="18" charset="0"/>
                          <a:cs typeface="Times New Roman" panose="02020603050405020304" pitchFamily="18" charset="0"/>
                        </a:rPr>
                        <a:t>References</a:t>
                      </a:r>
                    </a:p>
                  </a:txBody>
                  <a:tcPr/>
                </a:tc>
                <a:extLst>
                  <a:ext uri="{0D108BD9-81ED-4DB2-BD59-A6C34878D82A}">
                    <a16:rowId xmlns:a16="http://schemas.microsoft.com/office/drawing/2014/main" val="584470902"/>
                  </a:ext>
                </a:extLst>
              </a:tr>
            </a:tbl>
          </a:graphicData>
        </a:graphic>
      </p:graphicFrame>
      <p:sp>
        <p:nvSpPr>
          <p:cNvPr id="7" name="Rounded Rectangle 6"/>
          <p:cNvSpPr/>
          <p:nvPr/>
        </p:nvSpPr>
        <p:spPr>
          <a:xfrm>
            <a:off x="248194" y="182880"/>
            <a:ext cx="8490857" cy="770709"/>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n/>
                <a:solidFill>
                  <a:schemeClr val="bg1"/>
                </a:solidFill>
                <a:latin typeface="Times New Roman" panose="02020603050405020304" pitchFamily="18" charset="0"/>
                <a:ea typeface="+mj-ea"/>
                <a:cs typeface="Times New Roman" panose="02020603050405020304" pitchFamily="18" charset="0"/>
              </a:rPr>
              <a:t>Index</a:t>
            </a:r>
            <a:endParaRPr lang="en-US" sz="2000" b="1" dirty="0">
              <a:ln/>
              <a:solidFill>
                <a:schemeClr val="bg1"/>
              </a:solidFill>
              <a:latin typeface="Times New Roman" panose="02020603050405020304" pitchFamily="18" charset="0"/>
              <a:ea typeface="+mj-ea"/>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dirty="0"/>
              <a:t>Academic Year 2025-26 , Semester-2</a:t>
            </a:r>
          </a:p>
        </p:txBody>
      </p:sp>
      <p:sp>
        <p:nvSpPr>
          <p:cNvPr id="3" name="Slide Number Placeholder 2"/>
          <p:cNvSpPr>
            <a:spLocks noGrp="1"/>
          </p:cNvSpPr>
          <p:nvPr>
            <p:ph type="sldNum" sz="quarter" idx="12"/>
          </p:nvPr>
        </p:nvSpPr>
        <p:spPr/>
        <p:txBody>
          <a:bodyPr/>
          <a:lstStyle/>
          <a:p>
            <a:fld id="{0A3747BB-4598-4E25-9E38-971C52AEC84E}"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397EB4-09D9-6BC5-C99E-5B1246AF29D8}"/>
              </a:ext>
            </a:extLst>
          </p:cNvPr>
          <p:cNvSpPr>
            <a:spLocks noGrp="1"/>
          </p:cNvSpPr>
          <p:nvPr>
            <p:ph idx="1"/>
          </p:nvPr>
        </p:nvSpPr>
        <p:spPr>
          <a:xfrm>
            <a:off x="628650" y="1359096"/>
            <a:ext cx="7886700" cy="2494448"/>
          </a:xfrm>
        </p:spPr>
        <p:txBody>
          <a:bodyPr>
            <a:noAutofit/>
          </a:bodyPr>
          <a:lstStyle/>
          <a:p>
            <a:pPr algn="just"/>
            <a:r>
              <a:rPr lang="en-US" dirty="0">
                <a:solidFill>
                  <a:srgbClr val="002060"/>
                </a:solidFill>
              </a:rPr>
              <a:t>Gold is one of the most trusted investment options in the world. Its price keeps changing due to many factors like currency value, inflation, and global market conditions. Because of this constant fluctuation, predicting gold prices is not easy.</a:t>
            </a:r>
          </a:p>
          <a:p>
            <a:pPr algn="just"/>
            <a:endParaRPr lang="en-US" dirty="0">
              <a:solidFill>
                <a:srgbClr val="002060"/>
              </a:solidFill>
            </a:endParaRPr>
          </a:p>
          <a:p>
            <a:pPr algn="just"/>
            <a:r>
              <a:rPr lang="en-US" dirty="0">
                <a:solidFill>
                  <a:srgbClr val="002060"/>
                </a:solidFill>
              </a:rPr>
              <a:t>In this project, I try to analyze past gold price data and use machine learning techniques to predict future prices. The aim is to build a smart and reliable prediction system.</a:t>
            </a:r>
          </a:p>
        </p:txBody>
      </p:sp>
      <p:sp>
        <p:nvSpPr>
          <p:cNvPr id="3" name="Title 2">
            <a:extLst>
              <a:ext uri="{FF2B5EF4-FFF2-40B4-BE49-F238E27FC236}">
                <a16:creationId xmlns:a16="http://schemas.microsoft.com/office/drawing/2014/main" id="{D830B2FD-DAD5-0293-707D-6E5C1356AC0C}"/>
              </a:ext>
            </a:extLst>
          </p:cNvPr>
          <p:cNvSpPr>
            <a:spLocks noGrp="1"/>
          </p:cNvSpPr>
          <p:nvPr>
            <p:ph type="title"/>
          </p:nvPr>
        </p:nvSpPr>
        <p:spPr>
          <a:xfrm>
            <a:off x="628650" y="365127"/>
            <a:ext cx="7886700" cy="707894"/>
          </a:xfrm>
        </p:spPr>
        <p:txBody>
          <a:bodyPr numCol="1">
            <a:normAutofit/>
          </a:bodyPr>
          <a:lstStyle/>
          <a:p>
            <a:r>
              <a:rPr lang="en-IN" dirty="0">
                <a:solidFill>
                  <a:schemeClr val="tx2">
                    <a:lumMod val="75000"/>
                  </a:schemeClr>
                </a:solidFill>
              </a:rPr>
              <a:t>Introduction</a:t>
            </a:r>
          </a:p>
        </p:txBody>
      </p:sp>
      <p:sp>
        <p:nvSpPr>
          <p:cNvPr id="4" name="Footer Placeholder 3">
            <a:extLst>
              <a:ext uri="{FF2B5EF4-FFF2-40B4-BE49-F238E27FC236}">
                <a16:creationId xmlns:a16="http://schemas.microsoft.com/office/drawing/2014/main" id="{DDCFE695-0733-264F-4611-507BA7831E20}"/>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86C9A26F-E3B4-0E45-0E7A-D3009DBAAEE6}"/>
              </a:ext>
            </a:extLst>
          </p:cNvPr>
          <p:cNvSpPr>
            <a:spLocks noGrp="1"/>
          </p:cNvSpPr>
          <p:nvPr>
            <p:ph type="sldNum" sz="quarter" idx="12"/>
          </p:nvPr>
        </p:nvSpPr>
        <p:spPr/>
        <p:txBody>
          <a:bodyPr/>
          <a:lstStyle/>
          <a:p>
            <a:fld id="{0A3747BB-4598-4E25-9E38-971C52AEC84E}" type="slidenum">
              <a:rPr lang="en-US" smtClean="0"/>
              <a:pPr/>
              <a:t>3</a:t>
            </a:fld>
            <a:endParaRPr lang="en-US" dirty="0"/>
          </a:p>
        </p:txBody>
      </p:sp>
    </p:spTree>
    <p:extLst>
      <p:ext uri="{BB962C8B-B14F-4D97-AF65-F5344CB8AC3E}">
        <p14:creationId xmlns:p14="http://schemas.microsoft.com/office/powerpoint/2010/main" val="2664312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941ADE-5525-1C4B-D7B4-A2A62E098057}"/>
              </a:ext>
            </a:extLst>
          </p:cNvPr>
          <p:cNvSpPr>
            <a:spLocks noGrp="1"/>
          </p:cNvSpPr>
          <p:nvPr>
            <p:ph idx="1"/>
          </p:nvPr>
        </p:nvSpPr>
        <p:spPr>
          <a:xfrm>
            <a:off x="637981" y="1368426"/>
            <a:ext cx="7886700" cy="2662399"/>
          </a:xfrm>
        </p:spPr>
        <p:txBody>
          <a:bodyPr/>
          <a:lstStyle/>
          <a:p>
            <a:r>
              <a:rPr lang="en-US" dirty="0">
                <a:solidFill>
                  <a:srgbClr val="002060"/>
                </a:solidFill>
              </a:rPr>
              <a:t>Gold price prediction is useful for:</a:t>
            </a:r>
          </a:p>
          <a:p>
            <a:pPr>
              <a:buFont typeface="Wingdings" panose="05000000000000000000" pitchFamily="2" charset="2"/>
              <a:buChar char="Ø"/>
            </a:pPr>
            <a:r>
              <a:rPr lang="en-US" dirty="0">
                <a:solidFill>
                  <a:srgbClr val="002060"/>
                </a:solidFill>
              </a:rPr>
              <a:t>Investors Traders</a:t>
            </a:r>
          </a:p>
          <a:p>
            <a:pPr>
              <a:buFont typeface="Wingdings" panose="05000000000000000000" pitchFamily="2" charset="2"/>
              <a:buChar char="Ø"/>
            </a:pPr>
            <a:r>
              <a:rPr lang="en-US" dirty="0">
                <a:solidFill>
                  <a:srgbClr val="002060"/>
                </a:solidFill>
              </a:rPr>
              <a:t>Financial analysts</a:t>
            </a:r>
          </a:p>
          <a:p>
            <a:pPr>
              <a:buFont typeface="Wingdings" panose="05000000000000000000" pitchFamily="2" charset="2"/>
              <a:buChar char="Ø"/>
            </a:pPr>
            <a:r>
              <a:rPr lang="en-US" dirty="0">
                <a:solidFill>
                  <a:srgbClr val="002060"/>
                </a:solidFill>
              </a:rPr>
              <a:t>Banks</a:t>
            </a:r>
          </a:p>
          <a:p>
            <a:pPr algn="just">
              <a:buFont typeface="Wingdings" panose="05000000000000000000" pitchFamily="2" charset="2"/>
              <a:buChar char="Ø"/>
            </a:pPr>
            <a:r>
              <a:rPr lang="en-US" dirty="0">
                <a:solidFill>
                  <a:srgbClr val="002060"/>
                </a:solidFill>
              </a:rPr>
              <a:t>Traditional methods are not always accurate because financial data is complex. </a:t>
            </a:r>
          </a:p>
          <a:p>
            <a:pPr marL="0" indent="0" algn="just">
              <a:buNone/>
            </a:pPr>
            <a:r>
              <a:rPr lang="en-US" dirty="0">
                <a:solidFill>
                  <a:srgbClr val="002060"/>
                </a:solidFill>
              </a:rPr>
              <a:t>So, machine learning models are used to improve prediction accuracy</a:t>
            </a:r>
            <a:r>
              <a:rPr lang="en-US" dirty="0">
                <a:solidFill>
                  <a:schemeClr val="accent1">
                    <a:lumMod val="50000"/>
                  </a:schemeClr>
                </a:solidFill>
              </a:rPr>
              <a:t>.</a:t>
            </a:r>
          </a:p>
          <a:p>
            <a:endParaRPr lang="en-IN" dirty="0"/>
          </a:p>
        </p:txBody>
      </p:sp>
      <p:sp>
        <p:nvSpPr>
          <p:cNvPr id="3" name="Title 2">
            <a:extLst>
              <a:ext uri="{FF2B5EF4-FFF2-40B4-BE49-F238E27FC236}">
                <a16:creationId xmlns:a16="http://schemas.microsoft.com/office/drawing/2014/main" id="{35824777-082A-7563-52A3-55CCFCBB0A6E}"/>
              </a:ext>
            </a:extLst>
          </p:cNvPr>
          <p:cNvSpPr>
            <a:spLocks noGrp="1"/>
          </p:cNvSpPr>
          <p:nvPr>
            <p:ph type="title"/>
          </p:nvPr>
        </p:nvSpPr>
        <p:spPr>
          <a:xfrm>
            <a:off x="628650" y="365127"/>
            <a:ext cx="7886700" cy="707894"/>
          </a:xfrm>
        </p:spPr>
        <p:txBody>
          <a:bodyPr numCol="3">
            <a:normAutofit/>
          </a:bodyPr>
          <a:lstStyle/>
          <a:p>
            <a:r>
              <a:rPr lang="en-IN" dirty="0">
                <a:solidFill>
                  <a:srgbClr val="002060"/>
                </a:solidFill>
              </a:rPr>
              <a:t>Need of the Project</a:t>
            </a:r>
            <a:br>
              <a:rPr lang="en-IN" dirty="0"/>
            </a:br>
            <a:endParaRPr lang="en-IN" dirty="0"/>
          </a:p>
        </p:txBody>
      </p:sp>
      <p:sp>
        <p:nvSpPr>
          <p:cNvPr id="4" name="Footer Placeholder 3">
            <a:extLst>
              <a:ext uri="{FF2B5EF4-FFF2-40B4-BE49-F238E27FC236}">
                <a16:creationId xmlns:a16="http://schemas.microsoft.com/office/drawing/2014/main" id="{28E9F038-5E69-0AEE-E3CD-3D7554C3E21A}"/>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F939E4D5-0A2D-470E-43D8-7EAF72EF6CC3}"/>
              </a:ext>
            </a:extLst>
          </p:cNvPr>
          <p:cNvSpPr>
            <a:spLocks noGrp="1"/>
          </p:cNvSpPr>
          <p:nvPr>
            <p:ph type="sldNum" sz="quarter" idx="12"/>
          </p:nvPr>
        </p:nvSpPr>
        <p:spPr/>
        <p:txBody>
          <a:bodyPr/>
          <a:lstStyle/>
          <a:p>
            <a:fld id="{0A3747BB-4598-4E25-9E38-971C52AEC84E}" type="slidenum">
              <a:rPr lang="en-US" smtClean="0"/>
              <a:pPr/>
              <a:t>4</a:t>
            </a:fld>
            <a:endParaRPr lang="en-US" dirty="0"/>
          </a:p>
        </p:txBody>
      </p:sp>
    </p:spTree>
    <p:extLst>
      <p:ext uri="{BB962C8B-B14F-4D97-AF65-F5344CB8AC3E}">
        <p14:creationId xmlns:p14="http://schemas.microsoft.com/office/powerpoint/2010/main" val="175208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5B7853-AE87-16B8-88C3-5A44290475FF}"/>
              </a:ext>
            </a:extLst>
          </p:cNvPr>
          <p:cNvSpPr>
            <a:spLocks noGrp="1"/>
          </p:cNvSpPr>
          <p:nvPr>
            <p:ph idx="1"/>
          </p:nvPr>
        </p:nvSpPr>
        <p:spPr>
          <a:xfrm>
            <a:off x="628650" y="1825625"/>
            <a:ext cx="7886700" cy="2046579"/>
          </a:xfrm>
        </p:spPr>
        <p:txBody>
          <a:bodyPr>
            <a:normAutofit/>
          </a:bodyPr>
          <a:lstStyle/>
          <a:p>
            <a:pPr algn="just"/>
            <a:r>
              <a:rPr lang="en-US" sz="1900" dirty="0">
                <a:solidFill>
                  <a:schemeClr val="accent1">
                    <a:lumMod val="50000"/>
                  </a:schemeClr>
                </a:solidFill>
              </a:rPr>
              <a:t>Gold prices change frequently and depend on many economic factors. It is difficult to predict future prices using simple mathematical formulas.</a:t>
            </a:r>
          </a:p>
          <a:p>
            <a:pPr algn="just"/>
            <a:endParaRPr lang="en-US" sz="1900" dirty="0">
              <a:solidFill>
                <a:schemeClr val="accent1">
                  <a:lumMod val="50000"/>
                </a:schemeClr>
              </a:solidFill>
            </a:endParaRPr>
          </a:p>
          <a:p>
            <a:pPr algn="just"/>
            <a:r>
              <a:rPr lang="en-US" sz="1900" dirty="0">
                <a:solidFill>
                  <a:schemeClr val="accent1">
                    <a:lumMod val="50000"/>
                  </a:schemeClr>
                </a:solidFill>
              </a:rPr>
              <a:t>Therefore, this project aims to develop a machine learning model that can analyze past trends and predict future gold price movements with better accuracy.</a:t>
            </a:r>
          </a:p>
          <a:p>
            <a:endParaRPr lang="en-IN" dirty="0"/>
          </a:p>
        </p:txBody>
      </p:sp>
      <p:sp>
        <p:nvSpPr>
          <p:cNvPr id="3" name="Title 2">
            <a:extLst>
              <a:ext uri="{FF2B5EF4-FFF2-40B4-BE49-F238E27FC236}">
                <a16:creationId xmlns:a16="http://schemas.microsoft.com/office/drawing/2014/main" id="{E888F333-87A7-48EF-CC1B-C10164EC3411}"/>
              </a:ext>
            </a:extLst>
          </p:cNvPr>
          <p:cNvSpPr>
            <a:spLocks noGrp="1"/>
          </p:cNvSpPr>
          <p:nvPr>
            <p:ph type="title"/>
          </p:nvPr>
        </p:nvSpPr>
        <p:spPr>
          <a:xfrm>
            <a:off x="544674" y="690465"/>
            <a:ext cx="7886700" cy="755781"/>
          </a:xfrm>
        </p:spPr>
        <p:txBody>
          <a:bodyPr numCol="2">
            <a:normAutofit fontScale="90000"/>
          </a:bodyPr>
          <a:lstStyle/>
          <a:p>
            <a:r>
              <a:rPr lang="en-IN" dirty="0"/>
              <a:t>Problem Statement</a:t>
            </a:r>
            <a:br>
              <a:rPr lang="en-IN" dirty="0"/>
            </a:br>
            <a:endParaRPr lang="en-IN" dirty="0"/>
          </a:p>
        </p:txBody>
      </p:sp>
      <p:sp>
        <p:nvSpPr>
          <p:cNvPr id="4" name="Footer Placeholder 3">
            <a:extLst>
              <a:ext uri="{FF2B5EF4-FFF2-40B4-BE49-F238E27FC236}">
                <a16:creationId xmlns:a16="http://schemas.microsoft.com/office/drawing/2014/main" id="{26173C47-775C-6CB5-CDB0-756BF7D78C32}"/>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8B1B2544-8C8B-69C4-B52E-8D8FD5E616FD}"/>
              </a:ext>
            </a:extLst>
          </p:cNvPr>
          <p:cNvSpPr>
            <a:spLocks noGrp="1"/>
          </p:cNvSpPr>
          <p:nvPr>
            <p:ph type="sldNum" sz="quarter" idx="12"/>
          </p:nvPr>
        </p:nvSpPr>
        <p:spPr/>
        <p:txBody>
          <a:bodyPr/>
          <a:lstStyle/>
          <a:p>
            <a:fld id="{0A3747BB-4598-4E25-9E38-971C52AEC84E}" type="slidenum">
              <a:rPr lang="en-US" smtClean="0"/>
              <a:pPr/>
              <a:t>5</a:t>
            </a:fld>
            <a:endParaRPr lang="en-US" dirty="0"/>
          </a:p>
        </p:txBody>
      </p:sp>
    </p:spTree>
    <p:extLst>
      <p:ext uri="{BB962C8B-B14F-4D97-AF65-F5344CB8AC3E}">
        <p14:creationId xmlns:p14="http://schemas.microsoft.com/office/powerpoint/2010/main" val="2503883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5555DB-FD4C-1F47-C802-8BE94A8DB038}"/>
              </a:ext>
            </a:extLst>
          </p:cNvPr>
          <p:cNvSpPr>
            <a:spLocks noGrp="1"/>
          </p:cNvSpPr>
          <p:nvPr>
            <p:ph idx="1"/>
          </p:nvPr>
        </p:nvSpPr>
        <p:spPr>
          <a:xfrm>
            <a:off x="628650" y="1792968"/>
            <a:ext cx="7886700" cy="2046579"/>
          </a:xfrm>
        </p:spPr>
        <p:txBody>
          <a:bodyPr/>
          <a:lstStyle/>
          <a:p>
            <a:r>
              <a:rPr lang="en-US" dirty="0">
                <a:solidFill>
                  <a:srgbClr val="002060"/>
                </a:solidFill>
              </a:rPr>
              <a:t>To collect and study historical gold price data.</a:t>
            </a:r>
          </a:p>
          <a:p>
            <a:r>
              <a:rPr lang="en-US" dirty="0">
                <a:solidFill>
                  <a:srgbClr val="002060"/>
                </a:solidFill>
              </a:rPr>
              <a:t>To analyze trends and patterns in the data.</a:t>
            </a:r>
          </a:p>
          <a:p>
            <a:r>
              <a:rPr lang="en-US" dirty="0">
                <a:solidFill>
                  <a:srgbClr val="002060"/>
                </a:solidFill>
              </a:rPr>
              <a:t>To apply machine learning algorithms for prediction.</a:t>
            </a:r>
          </a:p>
          <a:p>
            <a:r>
              <a:rPr lang="en-US" dirty="0">
                <a:solidFill>
                  <a:srgbClr val="002060"/>
                </a:solidFill>
              </a:rPr>
              <a:t>To compare different models and find the best one.</a:t>
            </a:r>
          </a:p>
          <a:p>
            <a:r>
              <a:rPr lang="en-US" dirty="0">
                <a:solidFill>
                  <a:srgbClr val="002060"/>
                </a:solidFill>
              </a:rPr>
              <a:t>To measure performance using R² and error values.</a:t>
            </a:r>
          </a:p>
          <a:p>
            <a:endParaRPr lang="en-IN" dirty="0"/>
          </a:p>
        </p:txBody>
      </p:sp>
      <p:sp>
        <p:nvSpPr>
          <p:cNvPr id="3" name="Title 2">
            <a:extLst>
              <a:ext uri="{FF2B5EF4-FFF2-40B4-BE49-F238E27FC236}">
                <a16:creationId xmlns:a16="http://schemas.microsoft.com/office/drawing/2014/main" id="{FA8BFDD4-6941-4C3E-32A3-F0194B789294}"/>
              </a:ext>
            </a:extLst>
          </p:cNvPr>
          <p:cNvSpPr>
            <a:spLocks noGrp="1"/>
          </p:cNvSpPr>
          <p:nvPr>
            <p:ph type="title"/>
          </p:nvPr>
        </p:nvSpPr>
        <p:spPr>
          <a:xfrm>
            <a:off x="628650" y="654376"/>
            <a:ext cx="7886700" cy="549274"/>
          </a:xfrm>
        </p:spPr>
        <p:txBody>
          <a:bodyPr numCol="2">
            <a:normAutofit fontScale="90000"/>
          </a:bodyPr>
          <a:lstStyle/>
          <a:p>
            <a:r>
              <a:rPr lang="en-IN" dirty="0">
                <a:solidFill>
                  <a:srgbClr val="002060"/>
                </a:solidFill>
              </a:rPr>
              <a:t>Objectives</a:t>
            </a:r>
            <a:br>
              <a:rPr lang="en-IN" dirty="0"/>
            </a:br>
            <a:endParaRPr lang="en-IN" dirty="0"/>
          </a:p>
        </p:txBody>
      </p:sp>
      <p:sp>
        <p:nvSpPr>
          <p:cNvPr id="4" name="Footer Placeholder 3">
            <a:extLst>
              <a:ext uri="{FF2B5EF4-FFF2-40B4-BE49-F238E27FC236}">
                <a16:creationId xmlns:a16="http://schemas.microsoft.com/office/drawing/2014/main" id="{C91E93C3-B1E8-B58A-A0EC-6CD9246F7CC4}"/>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7C9E9E47-3D87-EB8D-89EE-18661E2B2A19}"/>
              </a:ext>
            </a:extLst>
          </p:cNvPr>
          <p:cNvSpPr>
            <a:spLocks noGrp="1"/>
          </p:cNvSpPr>
          <p:nvPr>
            <p:ph type="sldNum" sz="quarter" idx="12"/>
          </p:nvPr>
        </p:nvSpPr>
        <p:spPr/>
        <p:txBody>
          <a:bodyPr/>
          <a:lstStyle/>
          <a:p>
            <a:fld id="{0A3747BB-4598-4E25-9E38-971C52AEC84E}" type="slidenum">
              <a:rPr lang="en-US" smtClean="0"/>
              <a:pPr/>
              <a:t>6</a:t>
            </a:fld>
            <a:endParaRPr lang="en-US" dirty="0"/>
          </a:p>
        </p:txBody>
      </p:sp>
    </p:spTree>
    <p:extLst>
      <p:ext uri="{BB962C8B-B14F-4D97-AF65-F5344CB8AC3E}">
        <p14:creationId xmlns:p14="http://schemas.microsoft.com/office/powerpoint/2010/main" val="2196793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B09E1D-CFA5-5951-92D2-FEA7265CC20D}"/>
              </a:ext>
            </a:extLst>
          </p:cNvPr>
          <p:cNvSpPr>
            <a:spLocks noGrp="1"/>
          </p:cNvSpPr>
          <p:nvPr>
            <p:ph type="title"/>
          </p:nvPr>
        </p:nvSpPr>
        <p:spPr>
          <a:xfrm>
            <a:off x="628650" y="365126"/>
            <a:ext cx="7886700" cy="679903"/>
          </a:xfrm>
        </p:spPr>
        <p:txBody>
          <a:bodyPr numCol="2">
            <a:normAutofit/>
          </a:bodyPr>
          <a:lstStyle/>
          <a:p>
            <a:r>
              <a:rPr lang="en-IN" dirty="0">
                <a:solidFill>
                  <a:srgbClr val="002060"/>
                </a:solidFill>
              </a:rPr>
              <a:t>Methodology</a:t>
            </a:r>
            <a:br>
              <a:rPr lang="en-IN" dirty="0"/>
            </a:br>
            <a:endParaRPr lang="en-IN" dirty="0"/>
          </a:p>
        </p:txBody>
      </p:sp>
      <p:sp>
        <p:nvSpPr>
          <p:cNvPr id="4" name="Footer Placeholder 3">
            <a:extLst>
              <a:ext uri="{FF2B5EF4-FFF2-40B4-BE49-F238E27FC236}">
                <a16:creationId xmlns:a16="http://schemas.microsoft.com/office/drawing/2014/main" id="{6EFAD06F-774D-29B2-A504-4CC414B6DDDF}"/>
              </a:ext>
            </a:extLst>
          </p:cNvPr>
          <p:cNvSpPr>
            <a:spLocks noGrp="1"/>
          </p:cNvSpPr>
          <p:nvPr>
            <p:ph type="ftr" sz="quarter" idx="11"/>
          </p:nvPr>
        </p:nvSpPr>
        <p:spPr>
          <a:xfrm>
            <a:off x="3575374" y="6374623"/>
            <a:ext cx="3086100" cy="365125"/>
          </a:xfrm>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42121A1D-B6E9-C221-D97C-66F285B5AC1E}"/>
              </a:ext>
            </a:extLst>
          </p:cNvPr>
          <p:cNvSpPr>
            <a:spLocks noGrp="1"/>
          </p:cNvSpPr>
          <p:nvPr>
            <p:ph type="sldNum" sz="quarter" idx="12"/>
          </p:nvPr>
        </p:nvSpPr>
        <p:spPr/>
        <p:txBody>
          <a:bodyPr/>
          <a:lstStyle/>
          <a:p>
            <a:fld id="{0A3747BB-4598-4E25-9E38-971C52AEC84E}" type="slidenum">
              <a:rPr lang="en-US" smtClean="0"/>
              <a:pPr/>
              <a:t>7</a:t>
            </a:fld>
            <a:endParaRPr lang="en-US" dirty="0"/>
          </a:p>
        </p:txBody>
      </p:sp>
      <p:pic>
        <p:nvPicPr>
          <p:cNvPr id="14" name="Content Placeholder 13">
            <a:extLst>
              <a:ext uri="{FF2B5EF4-FFF2-40B4-BE49-F238E27FC236}">
                <a16:creationId xmlns:a16="http://schemas.microsoft.com/office/drawing/2014/main" id="{9B8CD4B5-9877-F8ED-6A47-A5E020BB2C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61052"/>
            <a:ext cx="3778898" cy="5760423"/>
          </a:xfrm>
          <a:prstGeom prst="rect">
            <a:avLst/>
          </a:prstGeom>
        </p:spPr>
      </p:pic>
    </p:spTree>
    <p:extLst>
      <p:ext uri="{BB962C8B-B14F-4D97-AF65-F5344CB8AC3E}">
        <p14:creationId xmlns:p14="http://schemas.microsoft.com/office/powerpoint/2010/main" val="321960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3750CE-6AA4-5E42-DB4A-AC7E85CCFF21}"/>
              </a:ext>
            </a:extLst>
          </p:cNvPr>
          <p:cNvSpPr>
            <a:spLocks noGrp="1"/>
          </p:cNvSpPr>
          <p:nvPr>
            <p:ph idx="1"/>
          </p:nvPr>
        </p:nvSpPr>
        <p:spPr>
          <a:xfrm>
            <a:off x="563336" y="1253330"/>
            <a:ext cx="7886700" cy="4774245"/>
          </a:xfrm>
        </p:spPr>
        <p:txBody>
          <a:bodyPr>
            <a:normAutofit/>
          </a:bodyPr>
          <a:lstStyle/>
          <a:p>
            <a:r>
              <a:rPr lang="en-IN" b="1" dirty="0">
                <a:solidFill>
                  <a:schemeClr val="accent1">
                    <a:lumMod val="50000"/>
                  </a:schemeClr>
                </a:solidFill>
              </a:rPr>
              <a:t>Source:</a:t>
            </a:r>
            <a:r>
              <a:rPr lang="en-IN" dirty="0">
                <a:solidFill>
                  <a:schemeClr val="accent1">
                    <a:lumMod val="50000"/>
                  </a:schemeClr>
                </a:solidFill>
              </a:rPr>
              <a:t> https://raw.githubusercontent.com/sangitaGIT011/Myproj/refs/heads/main/gold_price_data.csv</a:t>
            </a:r>
            <a:br>
              <a:rPr lang="en-IN" dirty="0">
                <a:solidFill>
                  <a:schemeClr val="accent1">
                    <a:lumMod val="50000"/>
                  </a:schemeClr>
                </a:solidFill>
              </a:rPr>
            </a:br>
            <a:r>
              <a:rPr lang="en-IN" b="1" dirty="0">
                <a:solidFill>
                  <a:schemeClr val="accent1">
                    <a:lumMod val="50000"/>
                  </a:schemeClr>
                </a:solidFill>
              </a:rPr>
              <a:t>Time Period:</a:t>
            </a:r>
            <a:r>
              <a:rPr lang="en-IN" dirty="0">
                <a:solidFill>
                  <a:schemeClr val="accent1">
                    <a:lumMod val="50000"/>
                  </a:schemeClr>
                </a:solidFill>
              </a:rPr>
              <a:t> 2008–2018</a:t>
            </a:r>
            <a:br>
              <a:rPr lang="en-IN" dirty="0">
                <a:solidFill>
                  <a:schemeClr val="accent1">
                    <a:lumMod val="50000"/>
                  </a:schemeClr>
                </a:solidFill>
              </a:rPr>
            </a:br>
            <a:r>
              <a:rPr lang="en-IN" b="1" dirty="0">
                <a:solidFill>
                  <a:schemeClr val="accent1">
                    <a:lumMod val="50000"/>
                  </a:schemeClr>
                </a:solidFill>
              </a:rPr>
              <a:t>Data Type:</a:t>
            </a:r>
            <a:r>
              <a:rPr lang="en-IN" dirty="0">
                <a:solidFill>
                  <a:schemeClr val="accent1">
                    <a:lumMod val="50000"/>
                  </a:schemeClr>
                </a:solidFill>
              </a:rPr>
              <a:t> Time-Series Financial Data</a:t>
            </a:r>
          </a:p>
        </p:txBody>
      </p:sp>
      <p:sp>
        <p:nvSpPr>
          <p:cNvPr id="3" name="Title 2">
            <a:extLst>
              <a:ext uri="{FF2B5EF4-FFF2-40B4-BE49-F238E27FC236}">
                <a16:creationId xmlns:a16="http://schemas.microsoft.com/office/drawing/2014/main" id="{46B930B5-5852-F754-6179-57D5B2601582}"/>
              </a:ext>
            </a:extLst>
          </p:cNvPr>
          <p:cNvSpPr>
            <a:spLocks noGrp="1"/>
          </p:cNvSpPr>
          <p:nvPr>
            <p:ph type="title"/>
          </p:nvPr>
        </p:nvSpPr>
        <p:spPr>
          <a:xfrm>
            <a:off x="628650" y="365126"/>
            <a:ext cx="7886700" cy="530613"/>
          </a:xfrm>
        </p:spPr>
        <p:txBody>
          <a:bodyPr>
            <a:normAutofit fontScale="90000"/>
          </a:bodyPr>
          <a:lstStyle/>
          <a:p>
            <a:r>
              <a:rPr lang="en-IN" dirty="0"/>
              <a:t>Dataset Overview</a:t>
            </a:r>
          </a:p>
        </p:txBody>
      </p:sp>
      <p:sp>
        <p:nvSpPr>
          <p:cNvPr id="4" name="Footer Placeholder 3">
            <a:extLst>
              <a:ext uri="{FF2B5EF4-FFF2-40B4-BE49-F238E27FC236}">
                <a16:creationId xmlns:a16="http://schemas.microsoft.com/office/drawing/2014/main" id="{E31E06AF-6930-5AF7-FA81-E776D774BAFD}"/>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D776AAE3-5D51-2BD2-E95B-96EC65947543}"/>
              </a:ext>
            </a:extLst>
          </p:cNvPr>
          <p:cNvSpPr>
            <a:spLocks noGrp="1"/>
          </p:cNvSpPr>
          <p:nvPr>
            <p:ph type="sldNum" sz="quarter" idx="12"/>
          </p:nvPr>
        </p:nvSpPr>
        <p:spPr/>
        <p:txBody>
          <a:bodyPr/>
          <a:lstStyle/>
          <a:p>
            <a:fld id="{0A3747BB-4598-4E25-9E38-971C52AEC84E}" type="slidenum">
              <a:rPr lang="en-US" smtClean="0"/>
              <a:pPr/>
              <a:t>8</a:t>
            </a:fld>
            <a:endParaRPr lang="en-US" dirty="0"/>
          </a:p>
        </p:txBody>
      </p:sp>
      <p:graphicFrame>
        <p:nvGraphicFramePr>
          <p:cNvPr id="6" name="Table 5">
            <a:extLst>
              <a:ext uri="{FF2B5EF4-FFF2-40B4-BE49-F238E27FC236}">
                <a16:creationId xmlns:a16="http://schemas.microsoft.com/office/drawing/2014/main" id="{10F053D5-C18F-66A5-FEEF-F469ABDA7E66}"/>
              </a:ext>
            </a:extLst>
          </p:cNvPr>
          <p:cNvGraphicFramePr>
            <a:graphicFrameLocks noGrp="1"/>
          </p:cNvGraphicFramePr>
          <p:nvPr>
            <p:extLst>
              <p:ext uri="{D42A27DB-BD31-4B8C-83A1-F6EECF244321}">
                <p14:modId xmlns:p14="http://schemas.microsoft.com/office/powerpoint/2010/main" val="174205027"/>
              </p:ext>
            </p:extLst>
          </p:nvPr>
        </p:nvGraphicFramePr>
        <p:xfrm>
          <a:off x="1101011" y="2844696"/>
          <a:ext cx="5702455" cy="2627800"/>
        </p:xfrm>
        <a:graphic>
          <a:graphicData uri="http://schemas.openxmlformats.org/drawingml/2006/table">
            <a:tbl>
              <a:tblPr firstRow="1" bandRow="1">
                <a:tableStyleId>{5940675A-B579-460E-94D1-54222C63F5DA}</a:tableStyleId>
              </a:tblPr>
              <a:tblGrid>
                <a:gridCol w="1217930">
                  <a:extLst>
                    <a:ext uri="{9D8B030D-6E8A-4147-A177-3AD203B41FA5}">
                      <a16:colId xmlns:a16="http://schemas.microsoft.com/office/drawing/2014/main" val="1344835828"/>
                    </a:ext>
                  </a:extLst>
                </a:gridCol>
                <a:gridCol w="3265715">
                  <a:extLst>
                    <a:ext uri="{9D8B030D-6E8A-4147-A177-3AD203B41FA5}">
                      <a16:colId xmlns:a16="http://schemas.microsoft.com/office/drawing/2014/main" val="179391770"/>
                    </a:ext>
                  </a:extLst>
                </a:gridCol>
                <a:gridCol w="1218810">
                  <a:extLst>
                    <a:ext uri="{9D8B030D-6E8A-4147-A177-3AD203B41FA5}">
                      <a16:colId xmlns:a16="http://schemas.microsoft.com/office/drawing/2014/main" val="2211432491"/>
                    </a:ext>
                  </a:extLst>
                </a:gridCol>
              </a:tblGrid>
              <a:tr h="399500">
                <a:tc>
                  <a:txBody>
                    <a:bodyPr/>
                    <a:lstStyle/>
                    <a:p>
                      <a:r>
                        <a:rPr lang="en-IN" b="1" dirty="0">
                          <a:solidFill>
                            <a:schemeClr val="accent1">
                              <a:lumMod val="50000"/>
                            </a:schemeClr>
                          </a:solidFill>
                          <a:latin typeface="Times New Roman" panose="02020603050405020304" pitchFamily="18" charset="0"/>
                          <a:cs typeface="Times New Roman" panose="02020603050405020304" pitchFamily="18" charset="0"/>
                        </a:rPr>
                        <a:t>Features</a:t>
                      </a:r>
                    </a:p>
                  </a:txBody>
                  <a:tcPr/>
                </a:tc>
                <a:tc>
                  <a:txBody>
                    <a:bodyPr/>
                    <a:lstStyle/>
                    <a:p>
                      <a:r>
                        <a:rPr lang="en-IN" b="1" dirty="0">
                          <a:solidFill>
                            <a:schemeClr val="accent1">
                              <a:lumMod val="50000"/>
                            </a:schemeClr>
                          </a:solidFill>
                          <a:latin typeface="Times New Roman" panose="02020603050405020304" pitchFamily="18" charset="0"/>
                          <a:cs typeface="Times New Roman" panose="02020603050405020304" pitchFamily="18" charset="0"/>
                        </a:rPr>
                        <a:t>Description</a:t>
                      </a:r>
                    </a:p>
                  </a:txBody>
                  <a:tcPr/>
                </a:tc>
                <a:tc>
                  <a:txBody>
                    <a:bodyPr/>
                    <a:lstStyle/>
                    <a:p>
                      <a:pPr>
                        <a:buNone/>
                      </a:pPr>
                      <a:r>
                        <a:rPr lang="en-IN" b="1" dirty="0">
                          <a:solidFill>
                            <a:schemeClr val="accent1">
                              <a:lumMod val="50000"/>
                            </a:schemeClr>
                          </a:solidFill>
                          <a:latin typeface="Times New Roman" panose="02020603050405020304" pitchFamily="18" charset="0"/>
                          <a:cs typeface="Times New Roman" panose="02020603050405020304" pitchFamily="18" charset="0"/>
                        </a:rPr>
                        <a:t>Data Type</a:t>
                      </a:r>
                    </a:p>
                  </a:txBody>
                  <a:tcPr anchor="ctr"/>
                </a:tc>
                <a:extLst>
                  <a:ext uri="{0D108BD9-81ED-4DB2-BD59-A6C34878D82A}">
                    <a16:rowId xmlns:a16="http://schemas.microsoft.com/office/drawing/2014/main" val="2674651727"/>
                  </a:ext>
                </a:extLst>
              </a:tr>
              <a:tr h="3573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solidFill>
                            <a:schemeClr val="tx2">
                              <a:lumMod val="75000"/>
                            </a:schemeClr>
                          </a:solidFill>
                          <a:latin typeface="Times New Roman" panose="02020603050405020304" pitchFamily="18" charset="0"/>
                          <a:cs typeface="Times New Roman" panose="02020603050405020304" pitchFamily="18" charset="0"/>
                        </a:rPr>
                        <a:t>Date</a:t>
                      </a:r>
                    </a:p>
                  </a:txBody>
                  <a:tcPr/>
                </a:tc>
                <a:tc>
                  <a:txBody>
                    <a:bodyPr/>
                    <a:lstStyle/>
                    <a:p>
                      <a:pPr>
                        <a:buNone/>
                      </a:pPr>
                      <a:r>
                        <a:rPr lang="en-IN" sz="1800" b="0" dirty="0">
                          <a:solidFill>
                            <a:schemeClr val="tx2">
                              <a:lumMod val="75000"/>
                            </a:schemeClr>
                          </a:solidFill>
                          <a:latin typeface="Times New Roman" panose="02020603050405020304" pitchFamily="18" charset="0"/>
                          <a:cs typeface="Times New Roman" panose="02020603050405020304" pitchFamily="18" charset="0"/>
                        </a:rPr>
                        <a:t>Trading Date</a:t>
                      </a:r>
                    </a:p>
                  </a:txBody>
                  <a:tcPr anchor="ctr"/>
                </a:tc>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Date</a:t>
                      </a:r>
                    </a:p>
                  </a:txBody>
                  <a:tcPr/>
                </a:tc>
                <a:extLst>
                  <a:ext uri="{0D108BD9-81ED-4DB2-BD59-A6C34878D82A}">
                    <a16:rowId xmlns:a16="http://schemas.microsoft.com/office/drawing/2014/main" val="632322825"/>
                  </a:ext>
                </a:extLst>
              </a:tr>
              <a:tr h="357344">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GLD</a:t>
                      </a:r>
                    </a:p>
                  </a:txBody>
                  <a:tcPr/>
                </a:tc>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Gold ETF price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solidFill>
                            <a:schemeClr val="tx2">
                              <a:lumMod val="75000"/>
                            </a:schemeClr>
                          </a:solidFill>
                          <a:latin typeface="Times New Roman" panose="02020603050405020304" pitchFamily="18" charset="0"/>
                          <a:cs typeface="Times New Roman" panose="02020603050405020304" pitchFamily="18" charset="0"/>
                        </a:rPr>
                        <a:t>Float</a:t>
                      </a:r>
                    </a:p>
                  </a:txBody>
                  <a:tcPr/>
                </a:tc>
                <a:extLst>
                  <a:ext uri="{0D108BD9-81ED-4DB2-BD59-A6C34878D82A}">
                    <a16:rowId xmlns:a16="http://schemas.microsoft.com/office/drawing/2014/main" val="3980666019"/>
                  </a:ext>
                </a:extLst>
              </a:tr>
              <a:tr h="357344">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SLV</a:t>
                      </a:r>
                    </a:p>
                  </a:txBody>
                  <a:tcPr/>
                </a:tc>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Silver ETF price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solidFill>
                            <a:schemeClr val="tx2">
                              <a:lumMod val="75000"/>
                            </a:schemeClr>
                          </a:solidFill>
                          <a:latin typeface="Times New Roman" panose="02020603050405020304" pitchFamily="18" charset="0"/>
                          <a:cs typeface="Times New Roman" panose="02020603050405020304" pitchFamily="18" charset="0"/>
                        </a:rPr>
                        <a:t>Float</a:t>
                      </a:r>
                    </a:p>
                  </a:txBody>
                  <a:tcPr/>
                </a:tc>
                <a:extLst>
                  <a:ext uri="{0D108BD9-81ED-4DB2-BD59-A6C34878D82A}">
                    <a16:rowId xmlns:a16="http://schemas.microsoft.com/office/drawing/2014/main" val="3783523647"/>
                  </a:ext>
                </a:extLst>
              </a:tr>
              <a:tr h="357344">
                <a:tc>
                  <a:txBody>
                    <a:bodyPr/>
                    <a:lstStyle/>
                    <a:p>
                      <a:r>
                        <a:rPr lang="en-US" sz="1800" b="0" dirty="0">
                          <a:solidFill>
                            <a:schemeClr val="tx2">
                              <a:lumMod val="75000"/>
                            </a:schemeClr>
                          </a:solidFill>
                          <a:latin typeface="Times New Roman" panose="02020603050405020304" pitchFamily="18" charset="0"/>
                          <a:cs typeface="Times New Roman" panose="02020603050405020304" pitchFamily="18" charset="0"/>
                        </a:rPr>
                        <a:t>SPX</a:t>
                      </a:r>
                      <a:endParaRPr lang="en-IN" sz="1800" b="0" dirty="0">
                        <a:solidFill>
                          <a:schemeClr val="tx2">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sz="1800" b="0" dirty="0">
                          <a:solidFill>
                            <a:schemeClr val="tx2">
                              <a:lumMod val="75000"/>
                            </a:schemeClr>
                          </a:solidFill>
                          <a:latin typeface="Times New Roman" panose="02020603050405020304" pitchFamily="18" charset="0"/>
                          <a:cs typeface="Times New Roman" panose="02020603050405020304" pitchFamily="18" charset="0"/>
                        </a:rPr>
                        <a:t>S&amp;P 500 index value</a:t>
                      </a:r>
                      <a:endParaRPr lang="en-IN" sz="1800" b="0" dirty="0">
                        <a:solidFill>
                          <a:schemeClr val="tx2">
                            <a:lumMod val="7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solidFill>
                            <a:schemeClr val="tx2">
                              <a:lumMod val="75000"/>
                            </a:schemeClr>
                          </a:solidFill>
                          <a:latin typeface="Times New Roman" panose="02020603050405020304" pitchFamily="18" charset="0"/>
                          <a:cs typeface="Times New Roman" panose="02020603050405020304" pitchFamily="18" charset="0"/>
                        </a:rPr>
                        <a:t>Float</a:t>
                      </a:r>
                    </a:p>
                  </a:txBody>
                  <a:tcPr/>
                </a:tc>
                <a:extLst>
                  <a:ext uri="{0D108BD9-81ED-4DB2-BD59-A6C34878D82A}">
                    <a16:rowId xmlns:a16="http://schemas.microsoft.com/office/drawing/2014/main" val="2299369884"/>
                  </a:ext>
                </a:extLst>
              </a:tr>
              <a:tr h="357344">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USO</a:t>
                      </a:r>
                    </a:p>
                  </a:txBody>
                  <a:tcPr/>
                </a:tc>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Oil ETF price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solidFill>
                            <a:schemeClr val="tx2">
                              <a:lumMod val="75000"/>
                            </a:schemeClr>
                          </a:solidFill>
                          <a:latin typeface="Times New Roman" panose="02020603050405020304" pitchFamily="18" charset="0"/>
                          <a:cs typeface="Times New Roman" panose="02020603050405020304" pitchFamily="18" charset="0"/>
                        </a:rPr>
                        <a:t>Float</a:t>
                      </a:r>
                    </a:p>
                  </a:txBody>
                  <a:tcPr/>
                </a:tc>
                <a:extLst>
                  <a:ext uri="{0D108BD9-81ED-4DB2-BD59-A6C34878D82A}">
                    <a16:rowId xmlns:a16="http://schemas.microsoft.com/office/drawing/2014/main" val="372644585"/>
                  </a:ext>
                </a:extLst>
              </a:tr>
              <a:tr h="399500">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EUR/USD</a:t>
                      </a:r>
                    </a:p>
                  </a:txBody>
                  <a:tcPr/>
                </a:tc>
                <a:tc>
                  <a:txBody>
                    <a:bodyPr/>
                    <a:lstStyle/>
                    <a:p>
                      <a:r>
                        <a:rPr lang="en-IN" sz="1800" b="0" dirty="0">
                          <a:solidFill>
                            <a:schemeClr val="tx2">
                              <a:lumMod val="75000"/>
                            </a:schemeClr>
                          </a:solidFill>
                          <a:latin typeface="Times New Roman" panose="02020603050405020304" pitchFamily="18" charset="0"/>
                          <a:cs typeface="Times New Roman" panose="02020603050405020304" pitchFamily="18" charset="0"/>
                        </a:rPr>
                        <a:t>Exchange rate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solidFill>
                            <a:schemeClr val="tx2">
                              <a:lumMod val="75000"/>
                            </a:schemeClr>
                          </a:solidFill>
                          <a:latin typeface="Times New Roman" panose="02020603050405020304" pitchFamily="18" charset="0"/>
                          <a:cs typeface="Times New Roman" panose="02020603050405020304" pitchFamily="18" charset="0"/>
                        </a:rPr>
                        <a:t>Float</a:t>
                      </a:r>
                    </a:p>
                  </a:txBody>
                  <a:tcPr/>
                </a:tc>
                <a:extLst>
                  <a:ext uri="{0D108BD9-81ED-4DB2-BD59-A6C34878D82A}">
                    <a16:rowId xmlns:a16="http://schemas.microsoft.com/office/drawing/2014/main" val="3127737574"/>
                  </a:ext>
                </a:extLst>
              </a:tr>
            </a:tbl>
          </a:graphicData>
        </a:graphic>
      </p:graphicFrame>
    </p:spTree>
    <p:extLst>
      <p:ext uri="{BB962C8B-B14F-4D97-AF65-F5344CB8AC3E}">
        <p14:creationId xmlns:p14="http://schemas.microsoft.com/office/powerpoint/2010/main" val="705122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6CBA7A-59BD-0708-6FD5-58E21C78F86D}"/>
              </a:ext>
            </a:extLst>
          </p:cNvPr>
          <p:cNvSpPr>
            <a:spLocks noGrp="1"/>
          </p:cNvSpPr>
          <p:nvPr>
            <p:ph idx="1"/>
          </p:nvPr>
        </p:nvSpPr>
        <p:spPr>
          <a:xfrm>
            <a:off x="628650" y="1825625"/>
            <a:ext cx="7886700" cy="2382481"/>
          </a:xfrm>
        </p:spPr>
        <p:txBody>
          <a:bodyPr/>
          <a:lstStyle/>
          <a:p>
            <a:pPr lvl="0"/>
            <a:r>
              <a:rPr lang="en-US" dirty="0"/>
              <a:t>Python</a:t>
            </a:r>
            <a:endParaRPr lang="en-IN" dirty="0"/>
          </a:p>
          <a:p>
            <a:pPr lvl="0"/>
            <a:r>
              <a:rPr lang="en-US" dirty="0"/>
              <a:t>NumPy</a:t>
            </a:r>
            <a:endParaRPr lang="en-IN" dirty="0"/>
          </a:p>
          <a:p>
            <a:pPr lvl="0"/>
            <a:r>
              <a:rPr lang="en-US" dirty="0"/>
              <a:t>Pandas</a:t>
            </a:r>
            <a:endParaRPr lang="en-IN" dirty="0"/>
          </a:p>
          <a:p>
            <a:pPr lvl="0"/>
            <a:r>
              <a:rPr lang="en-US" dirty="0"/>
              <a:t>Seaborn &amp; Matplotlib</a:t>
            </a:r>
            <a:endParaRPr lang="en-IN" dirty="0"/>
          </a:p>
          <a:p>
            <a:pPr lvl="0"/>
            <a:r>
              <a:rPr lang="en-US" dirty="0"/>
              <a:t>Scikit-learn</a:t>
            </a:r>
            <a:endParaRPr lang="en-IN" dirty="0"/>
          </a:p>
          <a:p>
            <a:pPr lvl="0"/>
            <a:r>
              <a:rPr lang="en-US" dirty="0" err="1"/>
              <a:t>XGBoost</a:t>
            </a:r>
            <a:endParaRPr lang="en-IN" dirty="0"/>
          </a:p>
        </p:txBody>
      </p:sp>
      <p:sp>
        <p:nvSpPr>
          <p:cNvPr id="3" name="Title 2">
            <a:extLst>
              <a:ext uri="{FF2B5EF4-FFF2-40B4-BE49-F238E27FC236}">
                <a16:creationId xmlns:a16="http://schemas.microsoft.com/office/drawing/2014/main" id="{4643C1CF-1C87-375E-3112-A205E9F04A12}"/>
              </a:ext>
            </a:extLst>
          </p:cNvPr>
          <p:cNvSpPr>
            <a:spLocks noGrp="1"/>
          </p:cNvSpPr>
          <p:nvPr>
            <p:ph type="title"/>
          </p:nvPr>
        </p:nvSpPr>
        <p:spPr>
          <a:xfrm>
            <a:off x="401216" y="849087"/>
            <a:ext cx="7964844" cy="895738"/>
          </a:xfrm>
        </p:spPr>
        <p:txBody>
          <a:bodyPr numCol="1">
            <a:normAutofit fontScale="90000"/>
          </a:bodyPr>
          <a:lstStyle/>
          <a:p>
            <a:r>
              <a:rPr lang="en-IN" sz="4400" dirty="0"/>
              <a:t>Tools  and Technologies</a:t>
            </a:r>
            <a:br>
              <a:rPr lang="en-IN" dirty="0"/>
            </a:br>
            <a:endParaRPr lang="en-IN" dirty="0"/>
          </a:p>
        </p:txBody>
      </p:sp>
      <p:sp>
        <p:nvSpPr>
          <p:cNvPr id="4" name="Footer Placeholder 3">
            <a:extLst>
              <a:ext uri="{FF2B5EF4-FFF2-40B4-BE49-F238E27FC236}">
                <a16:creationId xmlns:a16="http://schemas.microsoft.com/office/drawing/2014/main" id="{D1386CB7-0D83-529A-9CB0-F92CBB6FECC1}"/>
              </a:ext>
            </a:extLst>
          </p:cNvPr>
          <p:cNvSpPr>
            <a:spLocks noGrp="1"/>
          </p:cNvSpPr>
          <p:nvPr>
            <p:ph type="ftr" sz="quarter" idx="11"/>
          </p:nvPr>
        </p:nvSpPr>
        <p:spPr/>
        <p:txBody>
          <a:bodyPr/>
          <a:lstStyle/>
          <a:p>
            <a:r>
              <a:rPr lang="en-US"/>
              <a:t>Academic Year 2020-21 , Semester-2</a:t>
            </a:r>
            <a:endParaRPr lang="en-US" dirty="0"/>
          </a:p>
        </p:txBody>
      </p:sp>
      <p:sp>
        <p:nvSpPr>
          <p:cNvPr id="5" name="Slide Number Placeholder 4">
            <a:extLst>
              <a:ext uri="{FF2B5EF4-FFF2-40B4-BE49-F238E27FC236}">
                <a16:creationId xmlns:a16="http://schemas.microsoft.com/office/drawing/2014/main" id="{E38CB643-FB25-7C85-B9AE-98D7640E458E}"/>
              </a:ext>
            </a:extLst>
          </p:cNvPr>
          <p:cNvSpPr>
            <a:spLocks noGrp="1"/>
          </p:cNvSpPr>
          <p:nvPr>
            <p:ph type="sldNum" sz="quarter" idx="12"/>
          </p:nvPr>
        </p:nvSpPr>
        <p:spPr/>
        <p:txBody>
          <a:bodyPr/>
          <a:lstStyle/>
          <a:p>
            <a:fld id="{0A3747BB-4598-4E25-9E38-971C52AEC84E}" type="slidenum">
              <a:rPr lang="en-US" smtClean="0"/>
              <a:pPr/>
              <a:t>9</a:t>
            </a:fld>
            <a:endParaRPr lang="en-US" dirty="0"/>
          </a:p>
        </p:txBody>
      </p:sp>
    </p:spTree>
    <p:extLst>
      <p:ext uri="{BB962C8B-B14F-4D97-AF65-F5344CB8AC3E}">
        <p14:creationId xmlns:p14="http://schemas.microsoft.com/office/powerpoint/2010/main" val="2025023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475FBB-A44B-2EAB-2ED4-0EA943A8C610}"/>
              </a:ext>
            </a:extLst>
          </p:cNvPr>
          <p:cNvSpPr>
            <a:spLocks noGrp="1"/>
          </p:cNvSpPr>
          <p:nvPr>
            <p:ph idx="1"/>
          </p:nvPr>
        </p:nvSpPr>
        <p:spPr>
          <a:xfrm>
            <a:off x="628650" y="1825625"/>
            <a:ext cx="7886700" cy="1841306"/>
          </a:xfrm>
        </p:spPr>
        <p:txBody>
          <a:bodyPr/>
          <a:lstStyle/>
          <a:p>
            <a:r>
              <a:rPr lang="en-US" dirty="0">
                <a:solidFill>
                  <a:srgbClr val="002060"/>
                </a:solidFill>
              </a:rPr>
              <a:t>A working prediction model</a:t>
            </a:r>
          </a:p>
          <a:p>
            <a:r>
              <a:rPr lang="en-US" dirty="0">
                <a:solidFill>
                  <a:srgbClr val="002060"/>
                </a:solidFill>
              </a:rPr>
              <a:t>Better understanding of gold price behavior</a:t>
            </a:r>
          </a:p>
          <a:p>
            <a:r>
              <a:rPr lang="en-US" dirty="0">
                <a:solidFill>
                  <a:srgbClr val="002060"/>
                </a:solidFill>
              </a:rPr>
              <a:t>Identification of important influencing factors</a:t>
            </a:r>
          </a:p>
          <a:p>
            <a:r>
              <a:rPr lang="en-US" dirty="0">
                <a:solidFill>
                  <a:srgbClr val="002060"/>
                </a:solidFill>
              </a:rPr>
              <a:t>Improved prediction accuracy</a:t>
            </a:r>
          </a:p>
          <a:p>
            <a:endParaRPr lang="en-IN" dirty="0"/>
          </a:p>
        </p:txBody>
      </p:sp>
      <p:sp>
        <p:nvSpPr>
          <p:cNvPr id="3" name="Title 2">
            <a:extLst>
              <a:ext uri="{FF2B5EF4-FFF2-40B4-BE49-F238E27FC236}">
                <a16:creationId xmlns:a16="http://schemas.microsoft.com/office/drawing/2014/main" id="{A13E0D2E-4BF3-B126-7085-155BF00C2078}"/>
              </a:ext>
            </a:extLst>
          </p:cNvPr>
          <p:cNvSpPr>
            <a:spLocks noGrp="1"/>
          </p:cNvSpPr>
          <p:nvPr>
            <p:ph type="title"/>
          </p:nvPr>
        </p:nvSpPr>
        <p:spPr>
          <a:xfrm>
            <a:off x="628650" y="365126"/>
            <a:ext cx="7886700" cy="782539"/>
          </a:xfrm>
        </p:spPr>
        <p:txBody>
          <a:bodyPr numCol="2">
            <a:normAutofit fontScale="90000"/>
          </a:bodyPr>
          <a:lstStyle/>
          <a:p>
            <a:r>
              <a:rPr lang="en-IN" dirty="0">
                <a:solidFill>
                  <a:srgbClr val="002060"/>
                </a:solidFill>
              </a:rPr>
              <a:t>Expected Outcome</a:t>
            </a:r>
            <a:br>
              <a:rPr lang="en-IN" dirty="0">
                <a:solidFill>
                  <a:srgbClr val="002060"/>
                </a:solidFill>
              </a:rPr>
            </a:br>
            <a:endParaRPr lang="en-IN" dirty="0">
              <a:solidFill>
                <a:srgbClr val="002060"/>
              </a:solidFill>
            </a:endParaRPr>
          </a:p>
        </p:txBody>
      </p:sp>
      <p:sp>
        <p:nvSpPr>
          <p:cNvPr id="4" name="Footer Placeholder 3">
            <a:extLst>
              <a:ext uri="{FF2B5EF4-FFF2-40B4-BE49-F238E27FC236}">
                <a16:creationId xmlns:a16="http://schemas.microsoft.com/office/drawing/2014/main" id="{EF167165-3007-9226-C015-297930566E8C}"/>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3D3EE022-853C-AFBE-B9E9-A7DEB1592B10}"/>
              </a:ext>
            </a:extLst>
          </p:cNvPr>
          <p:cNvSpPr>
            <a:spLocks noGrp="1"/>
          </p:cNvSpPr>
          <p:nvPr>
            <p:ph type="sldNum" sz="quarter" idx="12"/>
          </p:nvPr>
        </p:nvSpPr>
        <p:spPr/>
        <p:txBody>
          <a:bodyPr/>
          <a:lstStyle/>
          <a:p>
            <a:fld id="{0A3747BB-4598-4E25-9E38-971C52AEC84E}" type="slidenum">
              <a:rPr lang="en-US" smtClean="0"/>
              <a:pPr/>
              <a:t>10</a:t>
            </a:fld>
            <a:endParaRPr lang="en-US" dirty="0"/>
          </a:p>
        </p:txBody>
      </p:sp>
    </p:spTree>
    <p:extLst>
      <p:ext uri="{BB962C8B-B14F-4D97-AF65-F5344CB8AC3E}">
        <p14:creationId xmlns:p14="http://schemas.microsoft.com/office/powerpoint/2010/main" val="1419185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7C31C8-CDE6-623B-B5A1-E5698D6EB0E1}"/>
              </a:ext>
            </a:extLst>
          </p:cNvPr>
          <p:cNvSpPr>
            <a:spLocks noGrp="1"/>
          </p:cNvSpPr>
          <p:nvPr>
            <p:ph idx="1"/>
          </p:nvPr>
        </p:nvSpPr>
        <p:spPr>
          <a:xfrm>
            <a:off x="628650" y="1825626"/>
            <a:ext cx="7886700" cy="2046578"/>
          </a:xfrm>
        </p:spPr>
        <p:txBody>
          <a:bodyPr>
            <a:normAutofit/>
          </a:bodyPr>
          <a:lstStyle/>
          <a:p>
            <a:r>
              <a:rPr lang="en-US" dirty="0">
                <a:solidFill>
                  <a:schemeClr val="accent1">
                    <a:lumMod val="50000"/>
                  </a:schemeClr>
                </a:solidFill>
              </a:rPr>
              <a:t>This project can be extended in the future by:</a:t>
            </a:r>
          </a:p>
          <a:p>
            <a:pPr>
              <a:buFont typeface="Wingdings" panose="05000000000000000000" pitchFamily="2" charset="2"/>
              <a:buChar char="Ø"/>
            </a:pPr>
            <a:r>
              <a:rPr lang="en-IN" dirty="0"/>
              <a:t>Real-time API-based data ingestion</a:t>
            </a:r>
          </a:p>
          <a:p>
            <a:pPr lvl="0">
              <a:buFont typeface="Wingdings" panose="05000000000000000000" pitchFamily="2" charset="2"/>
              <a:buChar char="Ø"/>
            </a:pPr>
            <a:r>
              <a:rPr lang="en-IN" dirty="0"/>
              <a:t>Sentiment analysis incorporation</a:t>
            </a:r>
          </a:p>
          <a:p>
            <a:pPr lvl="0">
              <a:buFont typeface="Wingdings" panose="05000000000000000000" pitchFamily="2" charset="2"/>
              <a:buChar char="Ø"/>
            </a:pPr>
            <a:r>
              <a:rPr lang="en-IN" dirty="0"/>
              <a:t>Multi-currency forecasting expansion</a:t>
            </a:r>
          </a:p>
          <a:p>
            <a:pPr lvl="0">
              <a:buFont typeface="Wingdings" panose="05000000000000000000" pitchFamily="2" charset="2"/>
              <a:buChar char="Ø"/>
            </a:pPr>
            <a:r>
              <a:rPr lang="en-IN" dirty="0"/>
              <a:t>Deployment as financial decision-support dashboard</a:t>
            </a:r>
          </a:p>
          <a:p>
            <a:endParaRPr lang="en-US" dirty="0">
              <a:solidFill>
                <a:schemeClr val="accent1">
                  <a:lumMod val="50000"/>
                </a:schemeClr>
              </a:solidFill>
            </a:endParaRPr>
          </a:p>
        </p:txBody>
      </p:sp>
      <p:sp>
        <p:nvSpPr>
          <p:cNvPr id="3" name="Title 2">
            <a:extLst>
              <a:ext uri="{FF2B5EF4-FFF2-40B4-BE49-F238E27FC236}">
                <a16:creationId xmlns:a16="http://schemas.microsoft.com/office/drawing/2014/main" id="{226BA3EB-86A3-5F1F-C930-9BD2BD994237}"/>
              </a:ext>
            </a:extLst>
          </p:cNvPr>
          <p:cNvSpPr>
            <a:spLocks noGrp="1"/>
          </p:cNvSpPr>
          <p:nvPr>
            <p:ph type="title"/>
          </p:nvPr>
        </p:nvSpPr>
        <p:spPr/>
        <p:txBody>
          <a:bodyPr/>
          <a:lstStyle/>
          <a:p>
            <a:r>
              <a:rPr lang="en-IN" dirty="0"/>
              <a:t>Scope of the Project</a:t>
            </a:r>
          </a:p>
        </p:txBody>
      </p:sp>
      <p:sp>
        <p:nvSpPr>
          <p:cNvPr id="4" name="Footer Placeholder 3">
            <a:extLst>
              <a:ext uri="{FF2B5EF4-FFF2-40B4-BE49-F238E27FC236}">
                <a16:creationId xmlns:a16="http://schemas.microsoft.com/office/drawing/2014/main" id="{3088132D-6AD0-7D0E-FB02-55573F7F6BD9}"/>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8EE838AF-7DDE-CF28-1944-6B36C110A1E5}"/>
              </a:ext>
            </a:extLst>
          </p:cNvPr>
          <p:cNvSpPr>
            <a:spLocks noGrp="1"/>
          </p:cNvSpPr>
          <p:nvPr>
            <p:ph type="sldNum" sz="quarter" idx="12"/>
          </p:nvPr>
        </p:nvSpPr>
        <p:spPr/>
        <p:txBody>
          <a:bodyPr/>
          <a:lstStyle/>
          <a:p>
            <a:fld id="{0A3747BB-4598-4E25-9E38-971C52AEC84E}" type="slidenum">
              <a:rPr lang="en-US" smtClean="0"/>
              <a:pPr/>
              <a:t>11</a:t>
            </a:fld>
            <a:endParaRPr lang="en-US" dirty="0"/>
          </a:p>
        </p:txBody>
      </p:sp>
    </p:spTree>
    <p:extLst>
      <p:ext uri="{BB962C8B-B14F-4D97-AF65-F5344CB8AC3E}">
        <p14:creationId xmlns:p14="http://schemas.microsoft.com/office/powerpoint/2010/main" val="174861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95FE95-0EDF-E289-2993-E674855D3A27}"/>
              </a:ext>
            </a:extLst>
          </p:cNvPr>
          <p:cNvSpPr>
            <a:spLocks noGrp="1"/>
          </p:cNvSpPr>
          <p:nvPr>
            <p:ph idx="1"/>
          </p:nvPr>
        </p:nvSpPr>
        <p:spPr>
          <a:xfrm>
            <a:off x="628650" y="1825625"/>
            <a:ext cx="7886700" cy="1038873"/>
          </a:xfrm>
        </p:spPr>
        <p:txBody>
          <a:bodyPr/>
          <a:lstStyle/>
          <a:p>
            <a:pPr algn="just"/>
            <a:r>
              <a:rPr lang="en-US" dirty="0">
                <a:solidFill>
                  <a:schemeClr val="accent1">
                    <a:lumMod val="50000"/>
                  </a:schemeClr>
                </a:solidFill>
              </a:rPr>
              <a:t>This project aims to build a smart system for predicting gold prices using machine learning techniques. By analyzing past data and trends, the model will try to give better and more reliable predictions.</a:t>
            </a:r>
          </a:p>
          <a:p>
            <a:endParaRPr lang="en-IN" dirty="0"/>
          </a:p>
        </p:txBody>
      </p:sp>
      <p:sp>
        <p:nvSpPr>
          <p:cNvPr id="3" name="Title 2">
            <a:extLst>
              <a:ext uri="{FF2B5EF4-FFF2-40B4-BE49-F238E27FC236}">
                <a16:creationId xmlns:a16="http://schemas.microsoft.com/office/drawing/2014/main" id="{65366850-ED66-F470-5C61-EFABED803A7C}"/>
              </a:ext>
            </a:extLst>
          </p:cNvPr>
          <p:cNvSpPr>
            <a:spLocks noGrp="1"/>
          </p:cNvSpPr>
          <p:nvPr>
            <p:ph type="title"/>
          </p:nvPr>
        </p:nvSpPr>
        <p:spPr>
          <a:xfrm>
            <a:off x="628650" y="365126"/>
            <a:ext cx="7886700" cy="773209"/>
          </a:xfrm>
        </p:spPr>
        <p:txBody>
          <a:bodyPr numCol="3">
            <a:normAutofit/>
          </a:bodyPr>
          <a:lstStyle/>
          <a:p>
            <a:r>
              <a:rPr lang="en-US" dirty="0"/>
              <a:t>Conclusion</a:t>
            </a:r>
            <a:br>
              <a:rPr lang="en-US" dirty="0"/>
            </a:br>
            <a:endParaRPr lang="en-IN" dirty="0"/>
          </a:p>
        </p:txBody>
      </p:sp>
      <p:sp>
        <p:nvSpPr>
          <p:cNvPr id="4" name="Footer Placeholder 3">
            <a:extLst>
              <a:ext uri="{FF2B5EF4-FFF2-40B4-BE49-F238E27FC236}">
                <a16:creationId xmlns:a16="http://schemas.microsoft.com/office/drawing/2014/main" id="{90F00F84-CB07-47B1-F24D-587DBA09F332}"/>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C1D413A0-ACFF-8C65-DA1D-018E4BB2C3B1}"/>
              </a:ext>
            </a:extLst>
          </p:cNvPr>
          <p:cNvSpPr>
            <a:spLocks noGrp="1"/>
          </p:cNvSpPr>
          <p:nvPr>
            <p:ph type="sldNum" sz="quarter" idx="12"/>
          </p:nvPr>
        </p:nvSpPr>
        <p:spPr/>
        <p:txBody>
          <a:bodyPr/>
          <a:lstStyle/>
          <a:p>
            <a:fld id="{0A3747BB-4598-4E25-9E38-971C52AEC84E}" type="slidenum">
              <a:rPr lang="en-US" smtClean="0"/>
              <a:pPr/>
              <a:t>12</a:t>
            </a:fld>
            <a:endParaRPr lang="en-US" dirty="0"/>
          </a:p>
        </p:txBody>
      </p:sp>
    </p:spTree>
    <p:extLst>
      <p:ext uri="{BB962C8B-B14F-4D97-AF65-F5344CB8AC3E}">
        <p14:creationId xmlns:p14="http://schemas.microsoft.com/office/powerpoint/2010/main" val="3923996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BE5CF8-8EBF-90F8-4654-82F301C50D51}"/>
              </a:ext>
            </a:extLst>
          </p:cNvPr>
          <p:cNvSpPr>
            <a:spLocks noGrp="1"/>
          </p:cNvSpPr>
          <p:nvPr>
            <p:ph idx="1"/>
          </p:nvPr>
        </p:nvSpPr>
        <p:spPr>
          <a:xfrm>
            <a:off x="628650" y="1825625"/>
            <a:ext cx="7886700" cy="2914326"/>
          </a:xfrm>
        </p:spPr>
        <p:txBody>
          <a:bodyPr/>
          <a:lstStyle/>
          <a:p>
            <a:pPr algn="just"/>
            <a:r>
              <a:rPr lang="en-IN" dirty="0">
                <a:solidFill>
                  <a:srgbClr val="002060"/>
                </a:solidFill>
              </a:rPr>
              <a:t>NumPy Documentation. Available at: </a:t>
            </a:r>
            <a:r>
              <a:rPr lang="en-IN" dirty="0">
                <a:solidFill>
                  <a:srgbClr val="002060"/>
                </a:solidFill>
                <a:hlinkClick r:id="rId2">
                  <a:extLst>
                    <a:ext uri="{A12FA001-AC4F-418D-AE19-62706E023703}">
                      <ahyp:hlinkClr xmlns:ahyp="http://schemas.microsoft.com/office/drawing/2018/hyperlinkcolor" val="tx"/>
                    </a:ext>
                  </a:extLst>
                </a:hlinkClick>
              </a:rPr>
              <a:t>https://numpy.org</a:t>
            </a:r>
            <a:endParaRPr lang="en-IN" dirty="0">
              <a:solidFill>
                <a:srgbClr val="002060"/>
              </a:solidFill>
            </a:endParaRPr>
          </a:p>
          <a:p>
            <a:pPr algn="just"/>
            <a:r>
              <a:rPr lang="en-IN" dirty="0">
                <a:solidFill>
                  <a:srgbClr val="002060"/>
                </a:solidFill>
              </a:rPr>
              <a:t>Pandas User Guide. Available at: </a:t>
            </a:r>
            <a:r>
              <a:rPr lang="en-IN" dirty="0">
                <a:solidFill>
                  <a:srgbClr val="002060"/>
                </a:solidFill>
                <a:hlinkClick r:id="rId3">
                  <a:extLst>
                    <a:ext uri="{A12FA001-AC4F-418D-AE19-62706E023703}">
                      <ahyp:hlinkClr xmlns:ahyp="http://schemas.microsoft.com/office/drawing/2018/hyperlinkcolor" val="tx"/>
                    </a:ext>
                  </a:extLst>
                </a:hlinkClick>
              </a:rPr>
              <a:t>https://pandas.pydata.org</a:t>
            </a:r>
            <a:endParaRPr lang="en-IN" dirty="0">
              <a:solidFill>
                <a:srgbClr val="002060"/>
              </a:solidFill>
            </a:endParaRPr>
          </a:p>
          <a:p>
            <a:pPr algn="just"/>
            <a:r>
              <a:rPr lang="en-IN" dirty="0">
                <a:solidFill>
                  <a:srgbClr val="002060"/>
                </a:solidFill>
              </a:rPr>
              <a:t>Machine Learning in Python Documentation. Available at: </a:t>
            </a:r>
            <a:r>
              <a:rPr lang="en-IN" dirty="0">
                <a:solidFill>
                  <a:srgbClr val="002060"/>
                </a:solidFill>
                <a:hlinkClick r:id="rId4">
                  <a:extLst>
                    <a:ext uri="{A12FA001-AC4F-418D-AE19-62706E023703}">
                      <ahyp:hlinkClr xmlns:ahyp="http://schemas.microsoft.com/office/drawing/2018/hyperlinkcolor" val="tx"/>
                    </a:ext>
                  </a:extLst>
                </a:hlinkClick>
              </a:rPr>
              <a:t>https://scikit-learn.org</a:t>
            </a:r>
            <a:endParaRPr lang="en-IN" dirty="0">
              <a:solidFill>
                <a:srgbClr val="002060"/>
              </a:solidFill>
            </a:endParaRPr>
          </a:p>
          <a:p>
            <a:pPr algn="just"/>
            <a:r>
              <a:rPr lang="en-IN" dirty="0">
                <a:solidFill>
                  <a:srgbClr val="002060"/>
                </a:solidFill>
              </a:rPr>
              <a:t>Matplotlib Documentation. Available at: </a:t>
            </a:r>
            <a:r>
              <a:rPr lang="en-IN" dirty="0">
                <a:solidFill>
                  <a:srgbClr val="002060"/>
                </a:solidFill>
                <a:hlinkClick r:id="rId5">
                  <a:extLst>
                    <a:ext uri="{A12FA001-AC4F-418D-AE19-62706E023703}">
                      <ahyp:hlinkClr xmlns:ahyp="http://schemas.microsoft.com/office/drawing/2018/hyperlinkcolor" val="tx"/>
                    </a:ext>
                  </a:extLst>
                </a:hlinkClick>
              </a:rPr>
              <a:t>https://matplotlib.org</a:t>
            </a:r>
            <a:endParaRPr lang="en-IN" dirty="0">
              <a:solidFill>
                <a:srgbClr val="002060"/>
              </a:solidFill>
            </a:endParaRPr>
          </a:p>
          <a:p>
            <a:pPr algn="just"/>
            <a:r>
              <a:rPr lang="en-IN" dirty="0">
                <a:solidFill>
                  <a:srgbClr val="002060"/>
                </a:solidFill>
              </a:rPr>
              <a:t>Seaborn Statistical Visualization Guide.</a:t>
            </a:r>
          </a:p>
          <a:p>
            <a:pPr algn="just"/>
            <a:r>
              <a:rPr lang="en-IN" dirty="0">
                <a:solidFill>
                  <a:srgbClr val="002060"/>
                </a:solidFill>
              </a:rPr>
              <a:t>Gold Price Dataset. Retrieved from GitHub Repository: </a:t>
            </a:r>
            <a:r>
              <a:rPr lang="en-IN" dirty="0">
                <a:solidFill>
                  <a:srgbClr val="002060"/>
                </a:solidFill>
                <a:hlinkClick r:id="rId6">
                  <a:extLst>
                    <a:ext uri="{A12FA001-AC4F-418D-AE19-62706E023703}">
                      <ahyp:hlinkClr xmlns:ahyp="http://schemas.microsoft.com/office/drawing/2018/hyperlinkcolor" val="tx"/>
                    </a:ext>
                  </a:extLst>
                </a:hlinkClick>
              </a:rPr>
              <a:t>https://github.com/sangitaGIT011/Myproj</a:t>
            </a:r>
            <a:endParaRPr lang="en-IN" dirty="0">
              <a:solidFill>
                <a:srgbClr val="002060"/>
              </a:solidFill>
            </a:endParaRPr>
          </a:p>
          <a:p>
            <a:endParaRPr lang="en-IN" dirty="0"/>
          </a:p>
        </p:txBody>
      </p:sp>
      <p:sp>
        <p:nvSpPr>
          <p:cNvPr id="3" name="Title 2">
            <a:extLst>
              <a:ext uri="{FF2B5EF4-FFF2-40B4-BE49-F238E27FC236}">
                <a16:creationId xmlns:a16="http://schemas.microsoft.com/office/drawing/2014/main" id="{2A1CCDBE-52C3-047B-EAA0-1BD52F8FBEBC}"/>
              </a:ext>
            </a:extLst>
          </p:cNvPr>
          <p:cNvSpPr>
            <a:spLocks noGrp="1"/>
          </p:cNvSpPr>
          <p:nvPr>
            <p:ph type="title"/>
          </p:nvPr>
        </p:nvSpPr>
        <p:spPr>
          <a:xfrm>
            <a:off x="628650" y="365126"/>
            <a:ext cx="7886700" cy="651911"/>
          </a:xfrm>
        </p:spPr>
        <p:txBody>
          <a:bodyPr/>
          <a:lstStyle/>
          <a:p>
            <a:r>
              <a:rPr lang="en-IN" dirty="0">
                <a:solidFill>
                  <a:srgbClr val="002060"/>
                </a:solidFill>
              </a:rPr>
              <a:t>References</a:t>
            </a:r>
          </a:p>
        </p:txBody>
      </p:sp>
      <p:sp>
        <p:nvSpPr>
          <p:cNvPr id="4" name="Footer Placeholder 3">
            <a:extLst>
              <a:ext uri="{FF2B5EF4-FFF2-40B4-BE49-F238E27FC236}">
                <a16:creationId xmlns:a16="http://schemas.microsoft.com/office/drawing/2014/main" id="{3908BDB3-4B2D-9D93-3B9D-BF34CFF2D187}"/>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AACD7292-3F97-3608-489A-808FCA7709B6}"/>
              </a:ext>
            </a:extLst>
          </p:cNvPr>
          <p:cNvSpPr>
            <a:spLocks noGrp="1"/>
          </p:cNvSpPr>
          <p:nvPr>
            <p:ph type="sldNum" sz="quarter" idx="12"/>
          </p:nvPr>
        </p:nvSpPr>
        <p:spPr/>
        <p:txBody>
          <a:bodyPr/>
          <a:lstStyle/>
          <a:p>
            <a:fld id="{0A3747BB-4598-4E25-9E38-971C52AEC84E}" type="slidenum">
              <a:rPr lang="en-US" smtClean="0"/>
              <a:pPr/>
              <a:t>13</a:t>
            </a:fld>
            <a:endParaRPr lang="en-US" dirty="0"/>
          </a:p>
        </p:txBody>
      </p:sp>
    </p:spTree>
    <p:extLst>
      <p:ext uri="{BB962C8B-B14F-4D97-AF65-F5344CB8AC3E}">
        <p14:creationId xmlns:p14="http://schemas.microsoft.com/office/powerpoint/2010/main" val="1224851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59A6C8-3F04-5EAF-1A28-5BD26C47EE5D}"/>
              </a:ext>
            </a:extLst>
          </p:cNvPr>
          <p:cNvSpPr>
            <a:spLocks noGrp="1"/>
          </p:cNvSpPr>
          <p:nvPr>
            <p:ph idx="1"/>
          </p:nvPr>
        </p:nvSpPr>
        <p:spPr>
          <a:xfrm>
            <a:off x="628650" y="1825625"/>
            <a:ext cx="7886700" cy="1029542"/>
          </a:xfrm>
        </p:spPr>
        <p:txBody>
          <a:bodyPr>
            <a:normAutofit/>
          </a:bodyPr>
          <a:lstStyle/>
          <a:p>
            <a:pPr marL="0" indent="0" algn="ctr">
              <a:buNone/>
            </a:pPr>
            <a:r>
              <a:rPr lang="en-IN" sz="6000" b="1" dirty="0">
                <a:solidFill>
                  <a:schemeClr val="tx2">
                    <a:lumMod val="75000"/>
                  </a:schemeClr>
                </a:solidFill>
              </a:rPr>
              <a:t>THANK YOU</a:t>
            </a:r>
          </a:p>
        </p:txBody>
      </p:sp>
      <p:sp>
        <p:nvSpPr>
          <p:cNvPr id="4" name="Footer Placeholder 3">
            <a:extLst>
              <a:ext uri="{FF2B5EF4-FFF2-40B4-BE49-F238E27FC236}">
                <a16:creationId xmlns:a16="http://schemas.microsoft.com/office/drawing/2014/main" id="{09A72573-78EF-F7CA-04A8-FFB6F48FF054}"/>
              </a:ext>
            </a:extLst>
          </p:cNvPr>
          <p:cNvSpPr>
            <a:spLocks noGrp="1"/>
          </p:cNvSpPr>
          <p:nvPr>
            <p:ph type="ftr" sz="quarter" idx="11"/>
          </p:nvPr>
        </p:nvSpPr>
        <p:spPr/>
        <p:txBody>
          <a:bodyPr/>
          <a:lstStyle/>
          <a:p>
            <a:r>
              <a:rPr lang="en-US" dirty="0"/>
              <a:t>Academic Year 2025-26 , Semester-2</a:t>
            </a:r>
          </a:p>
        </p:txBody>
      </p:sp>
      <p:sp>
        <p:nvSpPr>
          <p:cNvPr id="5" name="Slide Number Placeholder 4">
            <a:extLst>
              <a:ext uri="{FF2B5EF4-FFF2-40B4-BE49-F238E27FC236}">
                <a16:creationId xmlns:a16="http://schemas.microsoft.com/office/drawing/2014/main" id="{890443FE-DCA5-0ACF-E716-70C5F4E3115F}"/>
              </a:ext>
            </a:extLst>
          </p:cNvPr>
          <p:cNvSpPr>
            <a:spLocks noGrp="1"/>
          </p:cNvSpPr>
          <p:nvPr>
            <p:ph type="sldNum" sz="quarter" idx="12"/>
          </p:nvPr>
        </p:nvSpPr>
        <p:spPr/>
        <p:txBody>
          <a:bodyPr/>
          <a:lstStyle/>
          <a:p>
            <a:fld id="{0A3747BB-4598-4E25-9E38-971C52AEC84E}" type="slidenum">
              <a:rPr lang="en-US" smtClean="0"/>
              <a:pPr/>
              <a:t>14</a:t>
            </a:fld>
            <a:endParaRPr lang="en-US" dirty="0"/>
          </a:p>
        </p:txBody>
      </p:sp>
    </p:spTree>
    <p:extLst>
      <p:ext uri="{BB962C8B-B14F-4D97-AF65-F5344CB8AC3E}">
        <p14:creationId xmlns:p14="http://schemas.microsoft.com/office/powerpoint/2010/main" val="13268271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16322</TotalTime>
  <Words>628</Words>
  <Application>Microsoft Office PowerPoint</Application>
  <PresentationFormat>On-screen Show (4:3)</PresentationFormat>
  <Paragraphs>132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GUJARAT TECHNOLOGICAL UNIVERSITY       SCHOOL OF ENGINEERING AND TECHNOLOGY </vt:lpstr>
      <vt:lpstr>PowerPoint Presentation</vt:lpstr>
      <vt:lpstr>Introduction</vt:lpstr>
      <vt:lpstr>Need of the Project </vt:lpstr>
      <vt:lpstr>Problem Statement </vt:lpstr>
      <vt:lpstr>Objectives </vt:lpstr>
      <vt:lpstr>Methodology </vt:lpstr>
      <vt:lpstr>Dataset Overview</vt:lpstr>
      <vt:lpstr>Tools  and Technologies </vt:lpstr>
      <vt:lpstr>Expected Outcome </vt:lpstr>
      <vt:lpstr>Scope of the Project</vt:lpstr>
      <vt:lpstr>Conclusion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access  control of different devices using advance port knocking technique</dc:title>
  <dc:creator>yami1</dc:creator>
  <cp:lastModifiedBy>dattajayshri@gmail.com</cp:lastModifiedBy>
  <cp:revision>332</cp:revision>
  <dcterms:created xsi:type="dcterms:W3CDTF">2019-08-28T03:08:06Z</dcterms:created>
  <dcterms:modified xsi:type="dcterms:W3CDTF">2026-02-25T16:56:17Z</dcterms:modified>
</cp:coreProperties>
</file>